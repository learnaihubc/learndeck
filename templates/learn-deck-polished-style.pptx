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1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1_article_value-card_7_shape"/>
          <p:cNvSpPr/>
          <p:nvPr/>
        </p:nvSpPr>
        <p:spPr>
          <a:xfrm>
            <a:off x="571500" y="3133725"/>
            <a:ext cx="1435001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0E7F2"/>
            </a:solidFill>
            <a:prstDash val="solid"/>
          </a:ln>
          <a:effectLst>
            <a:outerShdw sx="100000" sy="100000" kx="0" ky="0" algn="bl" rotWithShape="0" blurRad="53340" dist="19050" dir="5400000">
              <a:srgbClr val="17233B">
                <a:alpha val="8000"/>
              </a:srgbClr>
            </a:outerShdw>
          </a:effectLst>
        </p:spPr>
      </p:sp>
      <p:sp>
        <p:nvSpPr>
          <p:cNvPr id="6" name="s1_div_value-dot_8_shape"/>
          <p:cNvSpPr/>
          <p:nvPr/>
        </p:nvSpPr>
        <p:spPr>
          <a:xfrm>
            <a:off x="723900" y="3276600"/>
            <a:ext cx="76200" cy="76200"/>
          </a:xfrm>
          <a:prstGeom prst="ellipse">
            <a:avLst/>
          </a:prstGeom>
          <a:solidFill>
            <a:srgbClr val="2F7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1_article_value-card_11_shape"/>
          <p:cNvSpPr/>
          <p:nvPr/>
        </p:nvSpPr>
        <p:spPr>
          <a:xfrm>
            <a:off x="2120801" y="3133725"/>
            <a:ext cx="14351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0E7F2"/>
            </a:solidFill>
            <a:prstDash val="solid"/>
          </a:ln>
          <a:effectLst>
            <a:outerShdw sx="100000" sy="100000" kx="0" ky="0" algn="bl" rotWithShape="0" blurRad="53340" dist="19050" dir="5400000">
              <a:srgbClr val="17233B">
                <a:alpha val="8000"/>
              </a:srgbClr>
            </a:outerShdw>
          </a:effectLst>
        </p:spPr>
      </p:sp>
      <p:sp>
        <p:nvSpPr>
          <p:cNvPr id="8" name="s1_div_value-dot_12_shape"/>
          <p:cNvSpPr/>
          <p:nvPr/>
        </p:nvSpPr>
        <p:spPr>
          <a:xfrm>
            <a:off x="2273201" y="3276600"/>
            <a:ext cx="76200" cy="76200"/>
          </a:xfrm>
          <a:prstGeom prst="ellipse">
            <a:avLst/>
          </a:prstGeom>
          <a:solidFill>
            <a:srgbClr val="0AA4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1_article_value-card_15_shape"/>
          <p:cNvSpPr/>
          <p:nvPr/>
        </p:nvSpPr>
        <p:spPr>
          <a:xfrm>
            <a:off x="3670250" y="3133725"/>
            <a:ext cx="143515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9525">
            <a:solidFill>
              <a:srgbClr val="E0E7F2"/>
            </a:solidFill>
            <a:prstDash val="solid"/>
          </a:ln>
          <a:effectLst>
            <a:outerShdw sx="100000" sy="100000" kx="0" ky="0" algn="bl" rotWithShape="0" blurRad="53340" dist="19050" dir="5400000">
              <a:srgbClr val="17233B">
                <a:alpha val="8000"/>
              </a:srgbClr>
            </a:outerShdw>
          </a:effectLst>
        </p:spPr>
      </p:sp>
      <p:sp>
        <p:nvSpPr>
          <p:cNvPr id="10" name="s1_div_value-dot_16_shape"/>
          <p:cNvSpPr/>
          <p:nvPr/>
        </p:nvSpPr>
        <p:spPr>
          <a:xfrm>
            <a:off x="3822650" y="3276600"/>
            <a:ext cx="76200" cy="76200"/>
          </a:xfrm>
          <a:prstGeom prst="ellipse">
            <a:avLst/>
          </a:prstGeom>
          <a:solidFill>
            <a:srgbClr val="7B35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_div_pipeline_19_shape"/>
          <p:cNvSpPr/>
          <p:nvPr/>
        </p:nvSpPr>
        <p:spPr>
          <a:xfrm>
            <a:off x="571500" y="4343400"/>
            <a:ext cx="4895850" cy="66675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FFF3F8"/>
              </a:gs>
              <a:gs pos="100000">
                <a:srgbClr val="F0F2FF"/>
              </a:gs>
            </a:gsLst>
            <a:lin ang="6300000" scaled="1"/>
          </a:gradFill>
          <a:ln w="9525">
            <a:solidFill>
              <a:srgbClr val="E1E4F4"/>
            </a:solidFill>
            <a:prstDash val="solid"/>
          </a:ln>
        </p:spPr>
      </p:sp>
      <p:sp>
        <p:nvSpPr>
          <p:cNvPr id="12" name="s1_div_hero-shell_27_shape"/>
          <p:cNvSpPr/>
          <p:nvPr/>
        </p:nvSpPr>
        <p:spPr>
          <a:xfrm>
            <a:off x="6124575" y="647700"/>
            <a:ext cx="5495925" cy="5524500"/>
          </a:xfrm>
          <a:prstGeom prst="roundRect">
            <a:avLst>
              <a:gd name="adj" fmla="val 3813"/>
            </a:avLst>
          </a:prstGeom>
          <a:solidFill>
            <a:srgbClr val="FFFFFF"/>
          </a:solidFill>
          <a:ln w="9525">
            <a:solidFill>
              <a:srgbClr val="DBE3EF"/>
            </a:solidFill>
            <a:prstDash val="solid"/>
          </a:ln>
          <a:effectLst>
            <a:outerShdw sx="100000" sy="100000" kx="0" ky="0" algn="bl" rotWithShape="0" blurRad="120015" dist="47625" dir="5400000">
              <a:srgbClr val="1A2A46">
                <a:alpha val="8000"/>
              </a:srgbClr>
            </a:outerShdw>
          </a:effectLst>
        </p:spPr>
      </p:sp>
      <p:sp>
        <p:nvSpPr>
          <p:cNvPr id="13" name="s1_span_30_shape"/>
          <p:cNvSpPr/>
          <p:nvPr/>
        </p:nvSpPr>
        <p:spPr>
          <a:xfrm>
            <a:off x="6276975" y="900113"/>
            <a:ext cx="66675" cy="66675"/>
          </a:xfrm>
          <a:prstGeom prst="ellipse">
            <a:avLst/>
          </a:prstGeom>
          <a:solidFill>
            <a:srgbClr val="FF7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1_span_31_shape"/>
          <p:cNvSpPr/>
          <p:nvPr/>
        </p:nvSpPr>
        <p:spPr>
          <a:xfrm>
            <a:off x="6400800" y="900113"/>
            <a:ext cx="66675" cy="66675"/>
          </a:xfrm>
          <a:prstGeom prst="ellipse">
            <a:avLst/>
          </a:prstGeom>
          <a:solidFill>
            <a:srgbClr val="FFC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_span_32_shape"/>
          <p:cNvSpPr/>
          <p:nvPr/>
        </p:nvSpPr>
        <p:spPr>
          <a:xfrm>
            <a:off x="6524625" y="900113"/>
            <a:ext cx="66675" cy="66675"/>
          </a:xfrm>
          <a:prstGeom prst="ellipse">
            <a:avLst/>
          </a:prstGeom>
          <a:solidFill>
            <a:srgbClr val="52CF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_div_mini-slide_34_shape"/>
          <p:cNvSpPr/>
          <p:nvPr/>
        </p:nvSpPr>
        <p:spPr>
          <a:xfrm>
            <a:off x="6276975" y="1085850"/>
            <a:ext cx="5200650" cy="2933700"/>
          </a:xfrm>
          <a:prstGeom prst="roundRect">
            <a:avLst>
              <a:gd name="adj" fmla="val 3896"/>
            </a:avLst>
          </a:prstGeom>
          <a:solidFill>
            <a:srgbClr val="DC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_div_mini-pill_35_shape"/>
          <p:cNvSpPr/>
          <p:nvPr/>
        </p:nvSpPr>
        <p:spPr>
          <a:xfrm>
            <a:off x="6496050" y="1276350"/>
            <a:ext cx="1009650" cy="152400"/>
          </a:xfrm>
          <a:prstGeom prst="roundRect">
            <a:avLst>
              <a:gd name="adj" fmla="val 625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8" name="s1_div_mini-title_36_shape"/>
          <p:cNvSpPr/>
          <p:nvPr/>
        </p:nvSpPr>
        <p:spPr>
          <a:xfrm>
            <a:off x="6496050" y="1590675"/>
            <a:ext cx="2257425" cy="190500"/>
          </a:xfrm>
          <a:prstGeom prst="roundRect">
            <a:avLst>
              <a:gd name="adj" fmla="val 20000"/>
            </a:avLst>
          </a:prstGeom>
          <a:solidFill>
            <a:srgbClr val="18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1_div_mini-subtitle_37_shape"/>
          <p:cNvSpPr/>
          <p:nvPr/>
        </p:nvSpPr>
        <p:spPr>
          <a:xfrm>
            <a:off x="6496050" y="1905000"/>
            <a:ext cx="3124200" cy="66675"/>
          </a:xfrm>
          <a:prstGeom prst="roundRect">
            <a:avLst>
              <a:gd name="adj" fmla="val 57143"/>
            </a:avLst>
          </a:prstGeom>
          <a:solidFill>
            <a:srgbClr val="A8B3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_span_blue-gradient_39_shape"/>
          <p:cNvSpPr/>
          <p:nvPr/>
        </p:nvSpPr>
        <p:spPr>
          <a:xfrm>
            <a:off x="6496050" y="2209800"/>
            <a:ext cx="1126331" cy="657225"/>
          </a:xfrm>
          <a:prstGeom prst="roundRect">
            <a:avLst>
              <a:gd name="adj" fmla="val 14493"/>
            </a:avLst>
          </a:prstGeom>
          <a:gradFill rotWithShape="1">
            <a:gsLst>
              <a:gs pos="0">
                <a:srgbClr val="2F72F2"/>
              </a:gs>
              <a:gs pos="100000">
                <a:srgbClr val="3E7BF0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1_span_teal-gradient_40_shape"/>
          <p:cNvSpPr/>
          <p:nvPr/>
        </p:nvSpPr>
        <p:spPr>
          <a:xfrm>
            <a:off x="7708106" y="2209800"/>
            <a:ext cx="1126331" cy="657225"/>
          </a:xfrm>
          <a:prstGeom prst="roundRect">
            <a:avLst>
              <a:gd name="adj" fmla="val 14493"/>
            </a:avLst>
          </a:prstGeom>
          <a:gradFill rotWithShape="1">
            <a:gsLst>
              <a:gs pos="0">
                <a:srgbClr val="0AA49D"/>
              </a:gs>
              <a:gs pos="100000">
                <a:srgbClr val="13B5BC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1_span_purple-gradient_41_shape"/>
          <p:cNvSpPr/>
          <p:nvPr/>
        </p:nvSpPr>
        <p:spPr>
          <a:xfrm>
            <a:off x="8920162" y="2209800"/>
            <a:ext cx="1126331" cy="657225"/>
          </a:xfrm>
          <a:prstGeom prst="roundRect">
            <a:avLst>
              <a:gd name="adj" fmla="val 14493"/>
            </a:avLst>
          </a:prstGeom>
          <a:gradFill rotWithShape="1">
            <a:gsLst>
              <a:gs pos="0">
                <a:srgbClr val="7B35EC"/>
              </a:gs>
              <a:gs pos="100000">
                <a:srgbClr val="8944F2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1_span_orange-gradient_42_shape"/>
          <p:cNvSpPr/>
          <p:nvPr/>
        </p:nvSpPr>
        <p:spPr>
          <a:xfrm>
            <a:off x="10132219" y="2209800"/>
            <a:ext cx="1126331" cy="657225"/>
          </a:xfrm>
          <a:prstGeom prst="roundRect">
            <a:avLst>
              <a:gd name="adj" fmla="val 14493"/>
            </a:avLst>
          </a:prstGeom>
          <a:gradFill rotWithShape="1">
            <a:gsLst>
              <a:gs pos="0">
                <a:srgbClr val="FF6A1F"/>
              </a:gs>
              <a:gs pos="100000">
                <a:srgbClr val="FF7B25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1_span_44_shape"/>
          <p:cNvSpPr/>
          <p:nvPr/>
        </p:nvSpPr>
        <p:spPr>
          <a:xfrm>
            <a:off x="6496050" y="2990850"/>
            <a:ext cx="1524000" cy="78105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_span_45_shape"/>
          <p:cNvSpPr/>
          <p:nvPr/>
        </p:nvSpPr>
        <p:spPr>
          <a:xfrm>
            <a:off x="8115300" y="2990850"/>
            <a:ext cx="1524000" cy="78105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1_span_46_shape"/>
          <p:cNvSpPr/>
          <p:nvPr/>
        </p:nvSpPr>
        <p:spPr>
          <a:xfrm>
            <a:off x="9734550" y="2990850"/>
            <a:ext cx="1524000" cy="781050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1_article_delivery-card_49_shape"/>
          <p:cNvSpPr/>
          <p:nvPr/>
        </p:nvSpPr>
        <p:spPr>
          <a:xfrm>
            <a:off x="6276975" y="441960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BFC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8" name="s1_div_delivery-icon_blue-gradient_50_shape"/>
          <p:cNvSpPr/>
          <p:nvPr/>
        </p:nvSpPr>
        <p:spPr>
          <a:xfrm>
            <a:off x="6391275" y="4543425"/>
            <a:ext cx="266700" cy="266700"/>
          </a:xfrm>
          <a:prstGeom prst="roundRect">
            <a:avLst>
              <a:gd name="adj" fmla="val 32143"/>
            </a:avLst>
          </a:prstGeom>
          <a:gradFill rotWithShape="1">
            <a:gsLst>
              <a:gs pos="0">
                <a:srgbClr val="2F72F2"/>
              </a:gs>
              <a:gs pos="100000">
                <a:srgbClr val="3E7BF0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_article_delivery-card_55_shape"/>
          <p:cNvSpPr/>
          <p:nvPr/>
        </p:nvSpPr>
        <p:spPr>
          <a:xfrm>
            <a:off x="8039100" y="441960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BFC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0" name="s1_div_delivery-icon_teal-gradient_56_shape"/>
          <p:cNvSpPr/>
          <p:nvPr/>
        </p:nvSpPr>
        <p:spPr>
          <a:xfrm>
            <a:off x="8153400" y="4543425"/>
            <a:ext cx="266700" cy="266700"/>
          </a:xfrm>
          <a:prstGeom prst="roundRect">
            <a:avLst>
              <a:gd name="adj" fmla="val 32143"/>
            </a:avLst>
          </a:prstGeom>
          <a:gradFill rotWithShape="1">
            <a:gsLst>
              <a:gs pos="0">
                <a:srgbClr val="0AA49D"/>
              </a:gs>
              <a:gs pos="100000">
                <a:srgbClr val="13B5BC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_article_delivery-card_62_shape"/>
          <p:cNvSpPr/>
          <p:nvPr/>
        </p:nvSpPr>
        <p:spPr>
          <a:xfrm>
            <a:off x="9801225" y="4419600"/>
            <a:ext cx="1676400" cy="914400"/>
          </a:xfrm>
          <a:prstGeom prst="roundRect">
            <a:avLst>
              <a:gd name="adj" fmla="val 12500"/>
            </a:avLst>
          </a:prstGeom>
          <a:solidFill>
            <a:srgbClr val="FBFC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2" name="s1_div_delivery-icon_purple-gradient_63_shape"/>
          <p:cNvSpPr/>
          <p:nvPr/>
        </p:nvSpPr>
        <p:spPr>
          <a:xfrm>
            <a:off x="9915525" y="4543425"/>
            <a:ext cx="266700" cy="266700"/>
          </a:xfrm>
          <a:prstGeom prst="roundRect">
            <a:avLst>
              <a:gd name="adj" fmla="val 32143"/>
            </a:avLst>
          </a:prstGeom>
          <a:gradFill rotWithShape="1">
            <a:gsLst>
              <a:gs pos="0">
                <a:srgbClr val="7B35EC"/>
              </a:gs>
              <a:gs pos="100000">
                <a:srgbClr val="8944F2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1_div_footer-bar_68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pic>
        <p:nvPicPr>
          <p:cNvPr id="34" name="s1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187" y="4605338"/>
            <a:ext cx="142875" cy="142875"/>
          </a:xfrm>
          <a:prstGeom prst="rect">
            <a:avLst/>
          </a:prstGeom>
        </p:spPr>
      </p:pic>
      <p:pic>
        <p:nvPicPr>
          <p:cNvPr id="35" name="s1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2" y="4605338"/>
            <a:ext cx="142875" cy="142875"/>
          </a:xfrm>
          <a:prstGeom prst="rect">
            <a:avLst/>
          </a:prstGeom>
        </p:spPr>
      </p:pic>
      <p:pic>
        <p:nvPicPr>
          <p:cNvPr id="36" name="s1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437" y="4605338"/>
            <a:ext cx="142875" cy="142875"/>
          </a:xfrm>
          <a:prstGeom prst="rect">
            <a:avLst/>
          </a:prstGeom>
        </p:spPr>
      </p:pic>
      <p:sp>
        <p:nvSpPr>
          <p:cNvPr id="37" name="s1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AI PRESENTATION ENGINE</a:t>
            </a:r>
            <a:endParaRPr lang="en-US" sz="900" dirty="0"/>
          </a:p>
        </p:txBody>
      </p:sp>
      <p:sp>
        <p:nvSpPr>
          <p:cNvPr id="38" name="s1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07</a:t>
            </a:r>
            <a:endParaRPr lang="en-US" sz="900" dirty="0"/>
          </a:p>
        </p:txBody>
      </p:sp>
      <p:sp>
        <p:nvSpPr>
          <p:cNvPr id="39" name="s1_h1_cover-title_3_text"/>
          <p:cNvSpPr/>
          <p:nvPr/>
        </p:nvSpPr>
        <p:spPr>
          <a:xfrm>
            <a:off x="571500" y="942975"/>
            <a:ext cx="5600700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750" b="1" spc="-97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</a:t>
            </a:r>
            <a:endParaRPr lang="en-US" sz="375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3750" b="1" spc="-97" kern="0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polished, editable PPTs</a:t>
            </a:r>
            <a:endParaRPr lang="en-US" sz="3750" dirty="0"/>
          </a:p>
        </p:txBody>
      </p:sp>
      <p:sp>
        <p:nvSpPr>
          <p:cNvPr id="40" name="s1_p_cover-subtitle_5_text"/>
          <p:cNvSpPr/>
          <p:nvPr/>
        </p:nvSpPr>
        <p:spPr>
          <a:xfrm>
            <a:off x="571500" y="2209800"/>
            <a:ext cx="5356860" cy="814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topic, outline, or source material. Generate a complete presentation with clear structure, consistent visuals, and objects that remain easy to edit.</a:t>
            </a:r>
            <a:endParaRPr lang="en-US" sz="1200" dirty="0"/>
          </a:p>
        </p:txBody>
      </p:sp>
      <p:sp>
        <p:nvSpPr>
          <p:cNvPr id="41" name="s1_h3_9_text"/>
          <p:cNvSpPr/>
          <p:nvPr/>
        </p:nvSpPr>
        <p:spPr>
          <a:xfrm>
            <a:off x="723900" y="3448050"/>
            <a:ext cx="1316891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structure</a:t>
            </a:r>
            <a:endParaRPr lang="en-US" sz="1050" dirty="0"/>
          </a:p>
        </p:txBody>
      </p:sp>
      <p:sp>
        <p:nvSpPr>
          <p:cNvPr id="42" name="s1_p_10_text"/>
          <p:cNvSpPr/>
          <p:nvPr/>
        </p:nvSpPr>
        <p:spPr>
          <a:xfrm>
            <a:off x="723900" y="3655665"/>
            <a:ext cx="1263551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Titles, key points, and pacing stay easy to follow</a:t>
            </a:r>
            <a:endParaRPr lang="en-US" sz="750" dirty="0"/>
          </a:p>
        </p:txBody>
      </p:sp>
      <p:sp>
        <p:nvSpPr>
          <p:cNvPr id="43" name="s1_h3_13_text"/>
          <p:cNvSpPr/>
          <p:nvPr/>
        </p:nvSpPr>
        <p:spPr>
          <a:xfrm>
            <a:off x="2273201" y="3448050"/>
            <a:ext cx="13170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Polished visuals</a:t>
            </a:r>
            <a:endParaRPr lang="en-US" sz="1050" dirty="0"/>
          </a:p>
        </p:txBody>
      </p:sp>
      <p:sp>
        <p:nvSpPr>
          <p:cNvPr id="44" name="s1_p_14_text"/>
          <p:cNvSpPr/>
          <p:nvPr/>
        </p:nvSpPr>
        <p:spPr>
          <a:xfrm>
            <a:off x="2273201" y="3655665"/>
            <a:ext cx="1263700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color, spacing, and hierarchy</a:t>
            </a:r>
            <a:endParaRPr lang="en-US" sz="750" dirty="0"/>
          </a:p>
        </p:txBody>
      </p:sp>
      <p:sp>
        <p:nvSpPr>
          <p:cNvPr id="45" name="s1_h3_17_text"/>
          <p:cNvSpPr/>
          <p:nvPr/>
        </p:nvSpPr>
        <p:spPr>
          <a:xfrm>
            <a:off x="3822650" y="3448050"/>
            <a:ext cx="1317040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delivery</a:t>
            </a:r>
            <a:endParaRPr lang="en-US" sz="1050" dirty="0"/>
          </a:p>
        </p:txBody>
      </p:sp>
      <p:sp>
        <p:nvSpPr>
          <p:cNvPr id="46" name="s1_p_18_text"/>
          <p:cNvSpPr/>
          <p:nvPr/>
        </p:nvSpPr>
        <p:spPr>
          <a:xfrm>
            <a:off x="3822650" y="3655665"/>
            <a:ext cx="1263700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shapes, and icons stay editable</a:t>
            </a:r>
            <a:endParaRPr lang="en-US" sz="750" dirty="0"/>
          </a:p>
        </p:txBody>
      </p:sp>
      <p:sp>
        <p:nvSpPr>
          <p:cNvPr id="47" name="s1_span_20_text"/>
          <p:cNvSpPr/>
          <p:nvPr/>
        </p:nvSpPr>
        <p:spPr>
          <a:xfrm>
            <a:off x="866775" y="4610100"/>
            <a:ext cx="9921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content</a:t>
            </a:r>
            <a:endParaRPr lang="en-US" sz="900" dirty="0"/>
          </a:p>
        </p:txBody>
      </p:sp>
      <p:sp>
        <p:nvSpPr>
          <p:cNvPr id="48" name="s1_span_arrow_21_text"/>
          <p:cNvSpPr/>
          <p:nvPr/>
        </p:nvSpPr>
        <p:spPr>
          <a:xfrm>
            <a:off x="1792188" y="4576763"/>
            <a:ext cx="4114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9" name="s1_span_22_text"/>
          <p:cNvSpPr/>
          <p:nvPr/>
        </p:nvSpPr>
        <p:spPr>
          <a:xfrm>
            <a:off x="2056954" y="4610100"/>
            <a:ext cx="843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layout</a:t>
            </a:r>
            <a:endParaRPr lang="en-US" sz="900" dirty="0"/>
          </a:p>
        </p:txBody>
      </p:sp>
      <p:sp>
        <p:nvSpPr>
          <p:cNvPr id="50" name="s1_span_arrow_23_text"/>
          <p:cNvSpPr/>
          <p:nvPr/>
        </p:nvSpPr>
        <p:spPr>
          <a:xfrm>
            <a:off x="2834134" y="4576763"/>
            <a:ext cx="4114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1" name="s1_span_24_text"/>
          <p:cNvSpPr/>
          <p:nvPr/>
        </p:nvSpPr>
        <p:spPr>
          <a:xfrm>
            <a:off x="3098899" y="4610100"/>
            <a:ext cx="11637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geometry</a:t>
            </a:r>
            <a:endParaRPr lang="en-US" sz="900" dirty="0"/>
          </a:p>
        </p:txBody>
      </p:sp>
      <p:sp>
        <p:nvSpPr>
          <p:cNvPr id="52" name="s1_span_arrow_25_text"/>
          <p:cNvSpPr/>
          <p:nvPr/>
        </p:nvSpPr>
        <p:spPr>
          <a:xfrm>
            <a:off x="4195911" y="4576763"/>
            <a:ext cx="4114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3" name="s1_span_26_text"/>
          <p:cNvSpPr/>
          <p:nvPr/>
        </p:nvSpPr>
        <p:spPr>
          <a:xfrm>
            <a:off x="4460677" y="4610100"/>
            <a:ext cx="8714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rebuild</a:t>
            </a:r>
            <a:endParaRPr lang="en-US" sz="900" dirty="0"/>
          </a:p>
        </p:txBody>
      </p:sp>
      <p:sp>
        <p:nvSpPr>
          <p:cNvPr id="54" name="s1_div_window-label_33_text"/>
          <p:cNvSpPr/>
          <p:nvPr/>
        </p:nvSpPr>
        <p:spPr>
          <a:xfrm>
            <a:off x="6686550" y="876300"/>
            <a:ext cx="49053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5869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editable presentation preview</a:t>
            </a:r>
            <a:endParaRPr lang="en-US" sz="750" dirty="0"/>
          </a:p>
        </p:txBody>
      </p:sp>
      <p:sp>
        <p:nvSpPr>
          <p:cNvPr id="55" name="s1_div_delivery-title_47_text"/>
          <p:cNvSpPr/>
          <p:nvPr/>
        </p:nvSpPr>
        <p:spPr>
          <a:xfrm>
            <a:off x="6286500" y="4152900"/>
            <a:ext cx="2018556" cy="1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B29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stays editable</a:t>
            </a:r>
            <a:endParaRPr lang="en-US" sz="1125" dirty="0"/>
          </a:p>
        </p:txBody>
      </p:sp>
      <p:sp>
        <p:nvSpPr>
          <p:cNvPr id="56" name="s1_h4_53_text"/>
          <p:cNvSpPr/>
          <p:nvPr/>
        </p:nvSpPr>
        <p:spPr>
          <a:xfrm>
            <a:off x="6391275" y="4886325"/>
            <a:ext cx="1594485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25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text boxes</a:t>
            </a:r>
            <a:endParaRPr lang="en-US" sz="825" dirty="0"/>
          </a:p>
        </p:txBody>
      </p:sp>
      <p:sp>
        <p:nvSpPr>
          <p:cNvPr id="57" name="s1_p_54_text"/>
          <p:cNvSpPr/>
          <p:nvPr/>
        </p:nvSpPr>
        <p:spPr>
          <a:xfrm>
            <a:off x="6391275" y="5049143"/>
            <a:ext cx="1554480" cy="11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titles, body copy, and emphasis</a:t>
            </a:r>
            <a:endParaRPr lang="en-US" sz="600" dirty="0"/>
          </a:p>
        </p:txBody>
      </p:sp>
      <p:sp>
        <p:nvSpPr>
          <p:cNvPr id="58" name="s1_h4_60_text"/>
          <p:cNvSpPr/>
          <p:nvPr/>
        </p:nvSpPr>
        <p:spPr>
          <a:xfrm>
            <a:off x="8153400" y="4886325"/>
            <a:ext cx="1594485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25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shapes</a:t>
            </a:r>
            <a:endParaRPr lang="en-US" sz="825" dirty="0"/>
          </a:p>
        </p:txBody>
      </p:sp>
      <p:sp>
        <p:nvSpPr>
          <p:cNvPr id="59" name="s1_p_61_text"/>
          <p:cNvSpPr/>
          <p:nvPr/>
        </p:nvSpPr>
        <p:spPr>
          <a:xfrm>
            <a:off x="8153400" y="5049143"/>
            <a:ext cx="1554480" cy="11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Rearrange cards, blocks, and gradients</a:t>
            </a:r>
            <a:endParaRPr lang="en-US" sz="600" dirty="0"/>
          </a:p>
        </p:txBody>
      </p:sp>
      <p:sp>
        <p:nvSpPr>
          <p:cNvPr id="60" name="s1_h4_66_text"/>
          <p:cNvSpPr/>
          <p:nvPr/>
        </p:nvSpPr>
        <p:spPr>
          <a:xfrm>
            <a:off x="9915525" y="4886325"/>
            <a:ext cx="1594485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7"/>
              </a:lnSpc>
              <a:buNone/>
            </a:pPr>
            <a:r>
              <a:rPr lang="en-US" sz="825" b="1" dirty="0">
                <a:solidFill>
                  <a:srgbClr val="233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icons</a:t>
            </a:r>
            <a:endParaRPr lang="en-US" sz="825" dirty="0"/>
          </a:p>
        </p:txBody>
      </p:sp>
      <p:sp>
        <p:nvSpPr>
          <p:cNvPr id="61" name="s1_p_67_text"/>
          <p:cNvSpPr/>
          <p:nvPr/>
        </p:nvSpPr>
        <p:spPr>
          <a:xfrm>
            <a:off x="9915525" y="5049143"/>
            <a:ext cx="1554480" cy="110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600" dirty="0">
                <a:solidFill>
                  <a:srgbClr val="7B89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Move, resize, or replace visual assets</a:t>
            </a:r>
            <a:endParaRPr lang="en-US" sz="600" dirty="0"/>
          </a:p>
        </p:txBody>
      </p:sp>
      <p:sp>
        <p:nvSpPr>
          <p:cNvPr id="62" name="s1_span_footer-brand_69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63" name="s1_span_footer-copy_70_text"/>
          <p:cNvSpPr/>
          <p:nvPr/>
        </p:nvSpPr>
        <p:spPr>
          <a:xfrm>
            <a:off x="4455616" y="6438900"/>
            <a:ext cx="283621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 clear, polished, editable presentations.</a:t>
            </a:r>
            <a:endParaRPr lang="en-US" sz="750" dirty="0"/>
          </a:p>
        </p:txBody>
      </p:sp>
      <p:sp>
        <p:nvSpPr>
          <p:cNvPr id="64" name="s1_span_footer-mode_71_text"/>
          <p:cNvSpPr/>
          <p:nvPr/>
        </p:nvSpPr>
        <p:spPr>
          <a:xfrm>
            <a:off x="10789295" y="6438900"/>
            <a:ext cx="79310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→ PPTX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2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2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2_div_statement-rule_6_shape"/>
          <p:cNvSpPr/>
          <p:nvPr/>
        </p:nvSpPr>
        <p:spPr>
          <a:xfrm>
            <a:off x="685800" y="3924300"/>
            <a:ext cx="6858000" cy="19050"/>
          </a:xfrm>
          <a:prstGeom prst="rect">
            <a:avLst/>
          </a:prstGeom>
          <a:gradFill rotWithShape="1">
            <a:gsLst>
              <a:gs pos="0">
                <a:srgbClr val="2F72F2"/>
              </a:gs>
              <a:gs pos="100000">
                <a:srgbClr val="6549E9"/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2_article_principle_8_shape"/>
          <p:cNvSpPr/>
          <p:nvPr/>
        </p:nvSpPr>
        <p:spPr>
          <a:xfrm>
            <a:off x="685800" y="4248150"/>
            <a:ext cx="21336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DCE5F7"/>
            </a:solidFill>
            <a:prstDash val="solid"/>
          </a:ln>
        </p:spPr>
      </p:sp>
      <p:sp>
        <p:nvSpPr>
          <p:cNvPr id="7" name="s2_article_principle_11_shape"/>
          <p:cNvSpPr/>
          <p:nvPr/>
        </p:nvSpPr>
        <p:spPr>
          <a:xfrm>
            <a:off x="3048000" y="4248150"/>
            <a:ext cx="21336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BFE8E5"/>
            </a:solidFill>
            <a:prstDash val="solid"/>
          </a:ln>
        </p:spPr>
      </p:sp>
      <p:sp>
        <p:nvSpPr>
          <p:cNvPr id="8" name="s2_article_principle_14_shape"/>
          <p:cNvSpPr/>
          <p:nvPr/>
        </p:nvSpPr>
        <p:spPr>
          <a:xfrm>
            <a:off x="5410200" y="4248150"/>
            <a:ext cx="2133600" cy="1066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D9C8FB"/>
            </a:solidFill>
            <a:prstDash val="solid"/>
          </a:ln>
        </p:spPr>
      </p:sp>
      <p:sp>
        <p:nvSpPr>
          <p:cNvPr id="9" name="s2_aside_section-aside_17_shape"/>
          <p:cNvSpPr/>
          <p:nvPr/>
        </p:nvSpPr>
        <p:spPr>
          <a:xfrm>
            <a:off x="8763000" y="990600"/>
            <a:ext cx="2857500" cy="4476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  <a:effectLst>
            <a:outerShdw sx="100000" sy="100000" kx="0" ky="0" algn="bl" rotWithShape="0" blurRad="120015" dist="47625" dir="5400000">
              <a:srgbClr val="1A2A46">
                <a:alpha val="7000"/>
              </a:srgbClr>
            </a:outerShdw>
          </a:effectLst>
        </p:spPr>
      </p:sp>
      <p:sp>
        <p:nvSpPr>
          <p:cNvPr id="10" name="s2_div_aside-chip_22_shape"/>
          <p:cNvSpPr/>
          <p:nvPr/>
        </p:nvSpPr>
        <p:spPr>
          <a:xfrm>
            <a:off x="9058275" y="4284018"/>
            <a:ext cx="1600200" cy="323850"/>
          </a:xfrm>
          <a:prstGeom prst="roundRect">
            <a:avLst>
              <a:gd name="adj" fmla="val 35294"/>
            </a:avLst>
          </a:prstGeom>
          <a:gradFill rotWithShape="1">
            <a:gsLst>
              <a:gs pos="0">
                <a:srgbClr val="2F72F2"/>
              </a:gs>
              <a:gs pos="100000">
                <a:srgbClr val="6549E9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2_div_footer-bar_23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2" name="s2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3" name="s2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900" dirty="0"/>
          </a:p>
        </p:txBody>
      </p:sp>
      <p:sp>
        <p:nvSpPr>
          <p:cNvPr id="14" name="s2_h2_statement-title_3_text"/>
          <p:cNvSpPr/>
          <p:nvPr/>
        </p:nvSpPr>
        <p:spPr>
          <a:xfrm>
            <a:off x="685800" y="1200150"/>
            <a:ext cx="7505700" cy="128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36"/>
              </a:lnSpc>
              <a:buNone/>
            </a:pPr>
            <a:r>
              <a:rPr lang="en-US" sz="4200" b="1" spc="-105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deck begins with</a:t>
            </a:r>
            <a:endParaRPr lang="en-US" sz="4200" dirty="0"/>
          </a:p>
          <a:p>
            <a:pPr algn="l" indent="0" marL="0">
              <a:lnSpc>
                <a:spcPts val="4536"/>
              </a:lnSpc>
              <a:buNone/>
            </a:pPr>
            <a:r>
              <a:rPr lang="en-US" sz="4200" b="1" spc="-105" kern="0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clear idea</a:t>
            </a:r>
            <a:endParaRPr lang="en-US" sz="4200" dirty="0"/>
          </a:p>
        </p:txBody>
      </p:sp>
      <p:sp>
        <p:nvSpPr>
          <p:cNvPr id="15" name="s2_p_statement-copy_5_text"/>
          <p:cNvSpPr/>
          <p:nvPr/>
        </p:nvSpPr>
        <p:spPr>
          <a:xfrm>
            <a:off x="685800" y="2705100"/>
            <a:ext cx="6934200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7"/>
              </a:lnSpc>
              <a:buNone/>
            </a:pPr>
            <a:r>
              <a:rPr lang="en-US" sz="165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the audience should understand or decide before choosing page structures, charts, or decorative elements.</a:t>
            </a:r>
            <a:endParaRPr lang="en-US" sz="1650" dirty="0"/>
          </a:p>
        </p:txBody>
      </p:sp>
      <p:sp>
        <p:nvSpPr>
          <p:cNvPr id="16" name="s2_b_9_text"/>
          <p:cNvSpPr/>
          <p:nvPr/>
        </p:nvSpPr>
        <p:spPr>
          <a:xfrm>
            <a:off x="685800" y="4410075"/>
            <a:ext cx="1011853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F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350" dirty="0"/>
          </a:p>
        </p:txBody>
      </p:sp>
      <p:sp>
        <p:nvSpPr>
          <p:cNvPr id="17" name="s2_p_10_text"/>
          <p:cNvSpPr/>
          <p:nvPr/>
        </p:nvSpPr>
        <p:spPr>
          <a:xfrm>
            <a:off x="685800" y="4691955"/>
            <a:ext cx="2320290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70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for the people viewing the deck.</a:t>
            </a:r>
            <a:endParaRPr lang="en-US" sz="1050" dirty="0"/>
          </a:p>
        </p:txBody>
      </p:sp>
      <p:sp>
        <p:nvSpPr>
          <p:cNvPr id="18" name="s2_b_12_text"/>
          <p:cNvSpPr/>
          <p:nvPr/>
        </p:nvSpPr>
        <p:spPr>
          <a:xfrm>
            <a:off x="3048000" y="4410075"/>
            <a:ext cx="964376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F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1350" dirty="0"/>
          </a:p>
        </p:txBody>
      </p:sp>
      <p:sp>
        <p:nvSpPr>
          <p:cNvPr id="19" name="s2_p_13_text"/>
          <p:cNvSpPr/>
          <p:nvPr/>
        </p:nvSpPr>
        <p:spPr>
          <a:xfrm>
            <a:off x="3048000" y="4691955"/>
            <a:ext cx="232029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70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slide one primary claim.</a:t>
            </a:r>
            <a:endParaRPr lang="en-US" sz="1050" dirty="0"/>
          </a:p>
        </p:txBody>
      </p:sp>
      <p:sp>
        <p:nvSpPr>
          <p:cNvPr id="20" name="s2_b_15_text"/>
          <p:cNvSpPr/>
          <p:nvPr/>
        </p:nvSpPr>
        <p:spPr>
          <a:xfrm>
            <a:off x="5410200" y="4410075"/>
            <a:ext cx="878205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F2D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Rhythm</a:t>
            </a:r>
            <a:endParaRPr lang="en-US" sz="1350" dirty="0"/>
          </a:p>
        </p:txBody>
      </p:sp>
      <p:sp>
        <p:nvSpPr>
          <p:cNvPr id="21" name="s2_p_16_text"/>
          <p:cNvSpPr/>
          <p:nvPr/>
        </p:nvSpPr>
        <p:spPr>
          <a:xfrm>
            <a:off x="5410200" y="4691955"/>
            <a:ext cx="2320290" cy="4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2"/>
              </a:lnSpc>
              <a:buNone/>
            </a:pPr>
            <a:r>
              <a:rPr lang="en-US" sz="1050" dirty="0">
                <a:solidFill>
                  <a:srgbClr val="70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density and composition intentionally.</a:t>
            </a:r>
            <a:endParaRPr lang="en-US" sz="1050" dirty="0"/>
          </a:p>
        </p:txBody>
      </p:sp>
      <p:sp>
        <p:nvSpPr>
          <p:cNvPr id="22" name="s2_div_aside-label_18_text"/>
          <p:cNvSpPr/>
          <p:nvPr/>
        </p:nvSpPr>
        <p:spPr>
          <a:xfrm>
            <a:off x="9058275" y="1285875"/>
            <a:ext cx="24269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776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OPENER</a:t>
            </a:r>
            <a:endParaRPr lang="en-US" sz="900" dirty="0"/>
          </a:p>
        </p:txBody>
      </p:sp>
      <p:sp>
        <p:nvSpPr>
          <p:cNvPr id="23" name="s2_div_aside-number_19_text"/>
          <p:cNvSpPr/>
          <p:nvPr/>
        </p:nvSpPr>
        <p:spPr>
          <a:xfrm>
            <a:off x="9058275" y="1590675"/>
            <a:ext cx="2533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300" b="1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300" dirty="0"/>
          </a:p>
        </p:txBody>
      </p:sp>
      <p:sp>
        <p:nvSpPr>
          <p:cNvPr id="24" name="s2_div_aside-title_20_text"/>
          <p:cNvSpPr/>
          <p:nvPr/>
        </p:nvSpPr>
        <p:spPr>
          <a:xfrm>
            <a:off x="9058275" y="2562225"/>
            <a:ext cx="253365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before decoration</a:t>
            </a:r>
            <a:endParaRPr lang="en-US" sz="1950" dirty="0"/>
          </a:p>
        </p:txBody>
      </p:sp>
      <p:sp>
        <p:nvSpPr>
          <p:cNvPr id="25" name="s2_p_aside-copy_21_text"/>
          <p:cNvSpPr/>
          <p:nvPr/>
        </p:nvSpPr>
        <p:spPr>
          <a:xfrm>
            <a:off x="9058275" y="3289697"/>
            <a:ext cx="2480310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silhouette for a chapter transition, a decisive statement, or a change in narrative pace.</a:t>
            </a:r>
            <a:endParaRPr lang="en-US" sz="1200" dirty="0"/>
          </a:p>
        </p:txBody>
      </p:sp>
      <p:sp>
        <p:nvSpPr>
          <p:cNvPr id="26" name="s2_div_aside-chip_22_text"/>
          <p:cNvSpPr/>
          <p:nvPr/>
        </p:nvSpPr>
        <p:spPr>
          <a:xfrm>
            <a:off x="9111615" y="4379268"/>
            <a:ext cx="14935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STYLE, NOT SCHEMA</a:t>
            </a:r>
            <a:endParaRPr lang="en-US" sz="900" dirty="0"/>
          </a:p>
        </p:txBody>
      </p:sp>
      <p:sp>
        <p:nvSpPr>
          <p:cNvPr id="27" name="s2_span_footer-brand_24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28" name="s2_span_footer-copy_25_text"/>
          <p:cNvSpPr/>
          <p:nvPr/>
        </p:nvSpPr>
        <p:spPr>
          <a:xfrm>
            <a:off x="4455616" y="6438900"/>
            <a:ext cx="267533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statement-led composition with one supporting panel.</a:t>
            </a:r>
            <a:endParaRPr lang="en-US" sz="750" dirty="0"/>
          </a:p>
        </p:txBody>
      </p:sp>
      <p:sp>
        <p:nvSpPr>
          <p:cNvPr id="29" name="s2_span_footer-mode_26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3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3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3_article_question-row_6_shape"/>
          <p:cNvSpPr/>
          <p:nvPr/>
        </p:nvSpPr>
        <p:spPr>
          <a:xfrm>
            <a:off x="571500" y="22098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6" name="s3_article_question-row_9_shape"/>
          <p:cNvSpPr/>
          <p:nvPr/>
        </p:nvSpPr>
        <p:spPr>
          <a:xfrm>
            <a:off x="571500" y="321945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7" name="s3_article_question-row_12_shape"/>
          <p:cNvSpPr/>
          <p:nvPr/>
        </p:nvSpPr>
        <p:spPr>
          <a:xfrm>
            <a:off x="571500" y="42291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8" name="s3_div_concept-map_15_shape"/>
          <p:cNvSpPr/>
          <p:nvPr/>
        </p:nvSpPr>
        <p:spPr>
          <a:xfrm>
            <a:off x="5048250" y="1428750"/>
            <a:ext cx="6572250" cy="4191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  <a:effectLst>
            <a:outerShdw sx="100000" sy="100000" kx="0" ky="0" algn="bl" rotWithShape="0" blurRad="120015" dist="47625" dir="5400000">
              <a:srgbClr val="1A2A46">
                <a:alpha val="6000"/>
              </a:srgbClr>
            </a:outerShdw>
          </a:effectLst>
        </p:spPr>
      </p:sp>
      <p:sp>
        <p:nvSpPr>
          <p:cNvPr id="9" name="s3_div_map-line-h_16_shape"/>
          <p:cNvSpPr/>
          <p:nvPr/>
        </p:nvSpPr>
        <p:spPr>
          <a:xfrm>
            <a:off x="6772275" y="3524250"/>
            <a:ext cx="3143250" cy="19050"/>
          </a:xfrm>
          <a:prstGeom prst="rect">
            <a:avLst/>
          </a:prstGeom>
          <a:solidFill>
            <a:srgbClr val="D7E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3_div_map-line-v_17_shape"/>
          <p:cNvSpPr/>
          <p:nvPr/>
        </p:nvSpPr>
        <p:spPr>
          <a:xfrm>
            <a:off x="8334375" y="2314575"/>
            <a:ext cx="19050" cy="2438400"/>
          </a:xfrm>
          <a:prstGeom prst="rect">
            <a:avLst/>
          </a:prstGeom>
          <a:solidFill>
            <a:srgbClr val="D7E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3_div_map-node_node-top_18_shape"/>
          <p:cNvSpPr/>
          <p:nvPr/>
        </p:nvSpPr>
        <p:spPr>
          <a:xfrm>
            <a:off x="7581900" y="1666875"/>
            <a:ext cx="1524000" cy="666750"/>
          </a:xfrm>
          <a:prstGeom prst="roundRect">
            <a:avLst>
              <a:gd name="adj" fmla="val 22857"/>
            </a:avLst>
          </a:prstGeom>
          <a:solidFill>
            <a:srgbClr val="FBFC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2" name="s3_div_map-node_node-left_21_shape"/>
          <p:cNvSpPr/>
          <p:nvPr/>
        </p:nvSpPr>
        <p:spPr>
          <a:xfrm>
            <a:off x="5248275" y="3200400"/>
            <a:ext cx="1524000" cy="666750"/>
          </a:xfrm>
          <a:prstGeom prst="roundRect">
            <a:avLst>
              <a:gd name="adj" fmla="val 22857"/>
            </a:avLst>
          </a:prstGeom>
          <a:solidFill>
            <a:srgbClr val="FBFC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3" name="s3_div_map-node_node-right_24_shape"/>
          <p:cNvSpPr/>
          <p:nvPr/>
        </p:nvSpPr>
        <p:spPr>
          <a:xfrm>
            <a:off x="9896475" y="3200400"/>
            <a:ext cx="1524000" cy="666750"/>
          </a:xfrm>
          <a:prstGeom prst="roundRect">
            <a:avLst>
              <a:gd name="adj" fmla="val 22857"/>
            </a:avLst>
          </a:prstGeom>
          <a:solidFill>
            <a:srgbClr val="FBFC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4" name="s3_div_map-node_node-bottom_27_shape"/>
          <p:cNvSpPr/>
          <p:nvPr/>
        </p:nvSpPr>
        <p:spPr>
          <a:xfrm>
            <a:off x="7581900" y="4714875"/>
            <a:ext cx="1524000" cy="666750"/>
          </a:xfrm>
          <a:prstGeom prst="roundRect">
            <a:avLst>
              <a:gd name="adj" fmla="val 22857"/>
            </a:avLst>
          </a:prstGeom>
          <a:solidFill>
            <a:srgbClr val="FBFC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5" name="s3_div_map-center_30_shape"/>
          <p:cNvSpPr/>
          <p:nvPr/>
        </p:nvSpPr>
        <p:spPr>
          <a:xfrm>
            <a:off x="7677150" y="2867025"/>
            <a:ext cx="1333500" cy="1333500"/>
          </a:xfrm>
          <a:prstGeom prst="ellipse">
            <a:avLst/>
          </a:prstGeom>
          <a:gradFill rotWithShape="1">
            <a:gsLst>
              <a:gs pos="0">
                <a:srgbClr val="2F72F2"/>
              </a:gs>
              <a:gs pos="100000">
                <a:srgbClr val="6549E9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3_div_footer-bar_31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7" name="s3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8" name="s3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900" dirty="0"/>
          </a:p>
        </p:txBody>
      </p:sp>
      <p:sp>
        <p:nvSpPr>
          <p:cNvPr id="19" name="s3_h2_slide-title_3_text"/>
          <p:cNvSpPr/>
          <p:nvPr/>
        </p:nvSpPr>
        <p:spPr>
          <a:xfrm>
            <a:off x="571500" y="819150"/>
            <a:ext cx="8839200" cy="60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b="1" spc="-75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follows the learner's questions</a:t>
            </a:r>
            <a:endParaRPr lang="en-US" sz="3450" dirty="0"/>
          </a:p>
        </p:txBody>
      </p:sp>
      <p:sp>
        <p:nvSpPr>
          <p:cNvPr id="20" name="s3_p_slide-lede_4_text"/>
          <p:cNvSpPr/>
          <p:nvPr/>
        </p:nvSpPr>
        <p:spPr>
          <a:xfrm>
            <a:off x="571500" y="1466850"/>
            <a:ext cx="77914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concise reasoning sequence with one clear relationship map.</a:t>
            </a:r>
            <a:endParaRPr lang="en-US" sz="1500" dirty="0"/>
          </a:p>
        </p:txBody>
      </p:sp>
      <p:sp>
        <p:nvSpPr>
          <p:cNvPr id="21" name="s3_b_7_text"/>
          <p:cNvSpPr/>
          <p:nvPr/>
        </p:nvSpPr>
        <p:spPr>
          <a:xfrm>
            <a:off x="771525" y="2390775"/>
            <a:ext cx="1945362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core idea?</a:t>
            </a:r>
            <a:endParaRPr lang="en-US" sz="1275" dirty="0"/>
          </a:p>
        </p:txBody>
      </p:sp>
      <p:sp>
        <p:nvSpPr>
          <p:cNvPr id="22" name="s3_p_8_text"/>
          <p:cNvSpPr/>
          <p:nvPr/>
        </p:nvSpPr>
        <p:spPr>
          <a:xfrm>
            <a:off x="771525" y="2661196"/>
            <a:ext cx="378714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1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it in language the audience can repeat.</a:t>
            </a:r>
            <a:endParaRPr lang="en-US" sz="1050" dirty="0"/>
          </a:p>
        </p:txBody>
      </p:sp>
      <p:sp>
        <p:nvSpPr>
          <p:cNvPr id="23" name="s3_b_10_text"/>
          <p:cNvSpPr/>
          <p:nvPr/>
        </p:nvSpPr>
        <p:spPr>
          <a:xfrm>
            <a:off x="771525" y="3400425"/>
            <a:ext cx="1602909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supports it?</a:t>
            </a:r>
            <a:endParaRPr lang="en-US" sz="1275" dirty="0"/>
          </a:p>
        </p:txBody>
      </p:sp>
      <p:sp>
        <p:nvSpPr>
          <p:cNvPr id="24" name="s3_p_11_text"/>
          <p:cNvSpPr/>
          <p:nvPr/>
        </p:nvSpPr>
        <p:spPr>
          <a:xfrm>
            <a:off x="771525" y="3670846"/>
            <a:ext cx="378714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1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only the evidence that changes understanding.</a:t>
            </a:r>
            <a:endParaRPr lang="en-US" sz="1050" dirty="0"/>
          </a:p>
        </p:txBody>
      </p:sp>
      <p:sp>
        <p:nvSpPr>
          <p:cNvPr id="25" name="s3_b_13_text"/>
          <p:cNvSpPr/>
          <p:nvPr/>
        </p:nvSpPr>
        <p:spPr>
          <a:xfrm>
            <a:off x="771525" y="4410075"/>
            <a:ext cx="170202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follows next?</a:t>
            </a:r>
            <a:endParaRPr lang="en-US" sz="1275" dirty="0"/>
          </a:p>
        </p:txBody>
      </p:sp>
      <p:sp>
        <p:nvSpPr>
          <p:cNvPr id="26" name="s3_p_14_text"/>
          <p:cNvSpPr/>
          <p:nvPr/>
        </p:nvSpPr>
        <p:spPr>
          <a:xfrm>
            <a:off x="771525" y="4680496"/>
            <a:ext cx="378714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180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implication or decision explicit.</a:t>
            </a:r>
            <a:endParaRPr lang="en-US" sz="1050" dirty="0"/>
          </a:p>
        </p:txBody>
      </p:sp>
      <p:sp>
        <p:nvSpPr>
          <p:cNvPr id="27" name="s3_b_19_text"/>
          <p:cNvSpPr/>
          <p:nvPr/>
        </p:nvSpPr>
        <p:spPr>
          <a:xfrm>
            <a:off x="7953554" y="1800225"/>
            <a:ext cx="78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00" dirty="0"/>
          </a:p>
        </p:txBody>
      </p:sp>
      <p:sp>
        <p:nvSpPr>
          <p:cNvPr id="28" name="s3_p_20_text"/>
          <p:cNvSpPr/>
          <p:nvPr/>
        </p:nvSpPr>
        <p:spPr>
          <a:xfrm>
            <a:off x="7644765" y="2028825"/>
            <a:ext cx="1398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29" name="s3_b_22_text"/>
          <p:cNvSpPr/>
          <p:nvPr/>
        </p:nvSpPr>
        <p:spPr>
          <a:xfrm>
            <a:off x="5568881" y="3333750"/>
            <a:ext cx="882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0" name="s3_p_23_text"/>
          <p:cNvSpPr/>
          <p:nvPr/>
        </p:nvSpPr>
        <p:spPr>
          <a:xfrm>
            <a:off x="5311140" y="3562350"/>
            <a:ext cx="1398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proves it</a:t>
            </a:r>
            <a:endParaRPr lang="en-US" sz="900" dirty="0"/>
          </a:p>
        </p:txBody>
      </p:sp>
      <p:sp>
        <p:nvSpPr>
          <p:cNvPr id="31" name="s3_b_25_text"/>
          <p:cNvSpPr/>
          <p:nvPr/>
        </p:nvSpPr>
        <p:spPr>
          <a:xfrm>
            <a:off x="10238363" y="3333750"/>
            <a:ext cx="8402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32" name="s3_p_26_text"/>
          <p:cNvSpPr/>
          <p:nvPr/>
        </p:nvSpPr>
        <p:spPr>
          <a:xfrm>
            <a:off x="9959340" y="3562350"/>
            <a:ext cx="1398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3" name="s3_b_28_text"/>
          <p:cNvSpPr/>
          <p:nvPr/>
        </p:nvSpPr>
        <p:spPr>
          <a:xfrm>
            <a:off x="8000137" y="4848225"/>
            <a:ext cx="6875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34" name="s3_p_29_text"/>
          <p:cNvSpPr/>
          <p:nvPr/>
        </p:nvSpPr>
        <p:spPr>
          <a:xfrm>
            <a:off x="7644765" y="5076825"/>
            <a:ext cx="13982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8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900" dirty="0"/>
          </a:p>
        </p:txBody>
      </p:sp>
      <p:sp>
        <p:nvSpPr>
          <p:cNvPr id="35" name="s3_div_map-center_30_text"/>
          <p:cNvSpPr/>
          <p:nvPr/>
        </p:nvSpPr>
        <p:spPr>
          <a:xfrm>
            <a:off x="7543800" y="2867025"/>
            <a:ext cx="160020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575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</a:t>
            </a:r>
            <a:endParaRPr lang="en-US" sz="1575" dirty="0"/>
          </a:p>
        </p:txBody>
      </p:sp>
      <p:sp>
        <p:nvSpPr>
          <p:cNvPr id="36" name="s3_span_footer-brand_32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37" name="s3_span_footer-copy_33_text"/>
          <p:cNvSpPr/>
          <p:nvPr/>
        </p:nvSpPr>
        <p:spPr>
          <a:xfrm>
            <a:off x="4455616" y="6438900"/>
            <a:ext cx="334119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relationships only when they make the claim easier to understand.</a:t>
            </a:r>
            <a:endParaRPr lang="en-US" sz="750" dirty="0"/>
          </a:p>
        </p:txBody>
      </p:sp>
      <p:sp>
        <p:nvSpPr>
          <p:cNvPr id="38" name="s3_span_footer-mode_34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4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4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4_div_timeline-track_5_shape"/>
          <p:cNvSpPr/>
          <p:nvPr/>
        </p:nvSpPr>
        <p:spPr>
          <a:xfrm>
            <a:off x="952500" y="3362325"/>
            <a:ext cx="10287000" cy="57150"/>
          </a:xfrm>
          <a:prstGeom prst="roundRect">
            <a:avLst>
              <a:gd name="adj" fmla="val 100000"/>
            </a:avLst>
          </a:prstGeom>
          <a:gradFill rotWithShape="1">
            <a:gsLst>
              <a:gs pos="0">
                <a:srgbClr val="2F72F2"/>
              </a:gs>
              <a:gs pos="100000">
                <a:srgbClr val="0AA49D"/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4_div_timeline-card_8_shape"/>
          <p:cNvSpPr/>
          <p:nvPr/>
        </p:nvSpPr>
        <p:spPr>
          <a:xfrm>
            <a:off x="723900" y="2190750"/>
            <a:ext cx="2457450" cy="1001911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7" name="s4_div_timeline-dot_12_shape"/>
          <p:cNvSpPr/>
          <p:nvPr/>
        </p:nvSpPr>
        <p:spPr>
          <a:xfrm>
            <a:off x="1857375" y="3295650"/>
            <a:ext cx="190500" cy="190500"/>
          </a:xfrm>
          <a:prstGeom prst="ellipse">
            <a:avLst/>
          </a:prstGeom>
          <a:solidFill>
            <a:srgbClr val="2F72F2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53340" dist="19050" dir="5400000">
              <a:srgbClr val="213A5E">
                <a:alpha val="18000"/>
              </a:srgbClr>
            </a:outerShdw>
          </a:effectLst>
        </p:spPr>
      </p:sp>
      <p:sp>
        <p:nvSpPr>
          <p:cNvPr id="8" name="s4_div_timeline-card_14_shape"/>
          <p:cNvSpPr/>
          <p:nvPr/>
        </p:nvSpPr>
        <p:spPr>
          <a:xfrm>
            <a:off x="3476625" y="3638550"/>
            <a:ext cx="2457450" cy="1001911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9" name="s4_div_timeline-dot_18_shape"/>
          <p:cNvSpPr/>
          <p:nvPr/>
        </p:nvSpPr>
        <p:spPr>
          <a:xfrm>
            <a:off x="4610100" y="3295650"/>
            <a:ext cx="190500" cy="190500"/>
          </a:xfrm>
          <a:prstGeom prst="ellipse">
            <a:avLst/>
          </a:prstGeom>
          <a:solidFill>
            <a:srgbClr val="0AA49D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53340" dist="19050" dir="5400000">
              <a:srgbClr val="213A5E">
                <a:alpha val="18000"/>
              </a:srgbClr>
            </a:outerShdw>
          </a:effectLst>
        </p:spPr>
      </p:sp>
      <p:sp>
        <p:nvSpPr>
          <p:cNvPr id="10" name="s4_div_timeline-card_20_shape"/>
          <p:cNvSpPr/>
          <p:nvPr/>
        </p:nvSpPr>
        <p:spPr>
          <a:xfrm>
            <a:off x="6229350" y="2190750"/>
            <a:ext cx="2457450" cy="1001911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11" name="s4_div_timeline-dot_24_shape"/>
          <p:cNvSpPr/>
          <p:nvPr/>
        </p:nvSpPr>
        <p:spPr>
          <a:xfrm>
            <a:off x="7362825" y="3295650"/>
            <a:ext cx="190500" cy="190500"/>
          </a:xfrm>
          <a:prstGeom prst="ellipse">
            <a:avLst/>
          </a:prstGeom>
          <a:solidFill>
            <a:srgbClr val="6549E9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53340" dist="19050" dir="5400000">
              <a:srgbClr val="213A5E">
                <a:alpha val="18000"/>
              </a:srgbClr>
            </a:outerShdw>
          </a:effectLst>
        </p:spPr>
      </p:sp>
      <p:sp>
        <p:nvSpPr>
          <p:cNvPr id="12" name="s4_div_timeline-card_26_shape"/>
          <p:cNvSpPr/>
          <p:nvPr/>
        </p:nvSpPr>
        <p:spPr>
          <a:xfrm>
            <a:off x="8982075" y="3638550"/>
            <a:ext cx="2457450" cy="1001911"/>
          </a:xfrm>
          <a:prstGeom prst="roundRect">
            <a:avLst>
              <a:gd name="adj" fmla="val 15211"/>
            </a:avLst>
          </a:prstGeom>
          <a:solidFill>
            <a:srgbClr val="FFFFFF"/>
          </a:solidFill>
          <a:ln w="9525">
            <a:solidFill>
              <a:srgbClr val="DFE6F2"/>
            </a:solidFill>
            <a:prstDash val="solid"/>
          </a:ln>
        </p:spPr>
      </p:sp>
      <p:sp>
        <p:nvSpPr>
          <p:cNvPr id="13" name="s4_div_timeline-dot_30_shape"/>
          <p:cNvSpPr/>
          <p:nvPr/>
        </p:nvSpPr>
        <p:spPr>
          <a:xfrm>
            <a:off x="10115550" y="3295650"/>
            <a:ext cx="190500" cy="190500"/>
          </a:xfrm>
          <a:prstGeom prst="ellipse">
            <a:avLst/>
          </a:prstGeom>
          <a:solidFill>
            <a:srgbClr val="FF6A1F"/>
          </a:solidFill>
          <a:ln w="47625">
            <a:solidFill>
              <a:srgbClr val="FFFFFF"/>
            </a:solidFill>
            <a:prstDash val="solid"/>
          </a:ln>
          <a:effectLst>
            <a:outerShdw sx="100000" sy="100000" kx="0" ky="0" algn="bl" rotWithShape="0" blurRad="53340" dist="19050" dir="5400000">
              <a:srgbClr val="213A5E">
                <a:alpha val="18000"/>
              </a:srgbClr>
            </a:outerShdw>
          </a:effectLst>
        </p:spPr>
      </p:sp>
      <p:sp>
        <p:nvSpPr>
          <p:cNvPr id="14" name="s4_div_footer-bar_31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5" name="s4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6" name="s4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900" dirty="0"/>
          </a:p>
        </p:txBody>
      </p:sp>
      <p:sp>
        <p:nvSpPr>
          <p:cNvPr id="17" name="s4_h2_slide-title_3_text"/>
          <p:cNvSpPr/>
          <p:nvPr/>
        </p:nvSpPr>
        <p:spPr>
          <a:xfrm>
            <a:off x="571500" y="819150"/>
            <a:ext cx="8839200" cy="60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b="1" spc="-75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momentum one step at a time</a:t>
            </a:r>
            <a:endParaRPr lang="en-US" sz="3450" dirty="0"/>
          </a:p>
        </p:txBody>
      </p:sp>
      <p:sp>
        <p:nvSpPr>
          <p:cNvPr id="18" name="s4_p_slide-lede_4_text"/>
          <p:cNvSpPr/>
          <p:nvPr/>
        </p:nvSpPr>
        <p:spPr>
          <a:xfrm>
            <a:off x="571500" y="1466850"/>
            <a:ext cx="77914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alternating timeline when sequence and progression are the message.</a:t>
            </a:r>
            <a:endParaRPr lang="en-US" sz="1500" dirty="0"/>
          </a:p>
        </p:txBody>
      </p:sp>
      <p:sp>
        <p:nvSpPr>
          <p:cNvPr id="19" name="s4_span_step_9_text"/>
          <p:cNvSpPr/>
          <p:nvPr/>
        </p:nvSpPr>
        <p:spPr>
          <a:xfrm>
            <a:off x="904875" y="2381250"/>
            <a:ext cx="615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900" dirty="0"/>
          </a:p>
        </p:txBody>
      </p:sp>
      <p:sp>
        <p:nvSpPr>
          <p:cNvPr id="20" name="s4_b_10_text"/>
          <p:cNvSpPr/>
          <p:nvPr/>
        </p:nvSpPr>
        <p:spPr>
          <a:xfrm>
            <a:off x="904875" y="2590800"/>
            <a:ext cx="23355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350" dirty="0"/>
          </a:p>
        </p:txBody>
      </p:sp>
      <p:sp>
        <p:nvSpPr>
          <p:cNvPr id="21" name="s4_p_11_text"/>
          <p:cNvSpPr/>
          <p:nvPr/>
        </p:nvSpPr>
        <p:spPr>
          <a:xfrm>
            <a:off x="904875" y="2857500"/>
            <a:ext cx="2268855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communication job.</a:t>
            </a:r>
            <a:endParaRPr lang="en-US" sz="975" dirty="0"/>
          </a:p>
        </p:txBody>
      </p:sp>
      <p:sp>
        <p:nvSpPr>
          <p:cNvPr id="22" name="s4_span_step_15_text"/>
          <p:cNvSpPr/>
          <p:nvPr/>
        </p:nvSpPr>
        <p:spPr>
          <a:xfrm>
            <a:off x="3657600" y="3829050"/>
            <a:ext cx="615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900" dirty="0"/>
          </a:p>
        </p:txBody>
      </p:sp>
      <p:sp>
        <p:nvSpPr>
          <p:cNvPr id="23" name="s4_b_16_text"/>
          <p:cNvSpPr/>
          <p:nvPr/>
        </p:nvSpPr>
        <p:spPr>
          <a:xfrm>
            <a:off x="3657600" y="4038600"/>
            <a:ext cx="23355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350" dirty="0"/>
          </a:p>
        </p:txBody>
      </p:sp>
      <p:sp>
        <p:nvSpPr>
          <p:cNvPr id="24" name="s4_p_17_text"/>
          <p:cNvSpPr/>
          <p:nvPr/>
        </p:nvSpPr>
        <p:spPr>
          <a:xfrm>
            <a:off x="3657600" y="4305300"/>
            <a:ext cx="2268855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evidence and narrative.</a:t>
            </a:r>
            <a:endParaRPr lang="en-US" sz="975" dirty="0"/>
          </a:p>
        </p:txBody>
      </p:sp>
      <p:sp>
        <p:nvSpPr>
          <p:cNvPr id="25" name="s4_span_step_21_text"/>
          <p:cNvSpPr/>
          <p:nvPr/>
        </p:nvSpPr>
        <p:spPr>
          <a:xfrm>
            <a:off x="6410325" y="2381250"/>
            <a:ext cx="615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900" dirty="0"/>
          </a:p>
        </p:txBody>
      </p:sp>
      <p:sp>
        <p:nvSpPr>
          <p:cNvPr id="26" name="s4_b_22_text"/>
          <p:cNvSpPr/>
          <p:nvPr/>
        </p:nvSpPr>
        <p:spPr>
          <a:xfrm>
            <a:off x="6410325" y="2590800"/>
            <a:ext cx="23355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50" dirty="0"/>
          </a:p>
        </p:txBody>
      </p:sp>
      <p:sp>
        <p:nvSpPr>
          <p:cNvPr id="27" name="s4_p_23_text"/>
          <p:cNvSpPr/>
          <p:nvPr/>
        </p:nvSpPr>
        <p:spPr>
          <a:xfrm>
            <a:off x="6410325" y="2857500"/>
            <a:ext cx="2268855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claim the right visual form.</a:t>
            </a:r>
            <a:endParaRPr lang="en-US" sz="975" dirty="0"/>
          </a:p>
        </p:txBody>
      </p:sp>
      <p:sp>
        <p:nvSpPr>
          <p:cNvPr id="28" name="s4_span_step_27_text"/>
          <p:cNvSpPr/>
          <p:nvPr/>
        </p:nvSpPr>
        <p:spPr>
          <a:xfrm>
            <a:off x="9163050" y="3829050"/>
            <a:ext cx="615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900" dirty="0"/>
          </a:p>
        </p:txBody>
      </p:sp>
      <p:sp>
        <p:nvSpPr>
          <p:cNvPr id="29" name="s4_b_28_text"/>
          <p:cNvSpPr/>
          <p:nvPr/>
        </p:nvSpPr>
        <p:spPr>
          <a:xfrm>
            <a:off x="9163050" y="4038600"/>
            <a:ext cx="23355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350" dirty="0"/>
          </a:p>
        </p:txBody>
      </p:sp>
      <p:sp>
        <p:nvSpPr>
          <p:cNvPr id="30" name="s4_p_29_text"/>
          <p:cNvSpPr/>
          <p:nvPr/>
        </p:nvSpPr>
        <p:spPr>
          <a:xfrm>
            <a:off x="9163050" y="4305300"/>
            <a:ext cx="2268855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Render, inspect, revise, and deliver.</a:t>
            </a:r>
            <a:endParaRPr lang="en-US" sz="975" dirty="0"/>
          </a:p>
        </p:txBody>
      </p:sp>
      <p:sp>
        <p:nvSpPr>
          <p:cNvPr id="31" name="s4_span_footer-brand_32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32" name="s4_span_footer-copy_33_text"/>
          <p:cNvSpPr/>
          <p:nvPr/>
        </p:nvSpPr>
        <p:spPr>
          <a:xfrm>
            <a:off x="4455616" y="6438900"/>
            <a:ext cx="32356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Alternate vertical placement to keep a long sequence visually active.</a:t>
            </a:r>
            <a:endParaRPr lang="en-US" sz="750" dirty="0"/>
          </a:p>
        </p:txBody>
      </p:sp>
      <p:sp>
        <p:nvSpPr>
          <p:cNvPr id="33" name="s4_span_footer-mode_34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5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5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5_article_compare-panel_compare-left_7_shape"/>
          <p:cNvSpPr/>
          <p:nvPr/>
        </p:nvSpPr>
        <p:spPr>
          <a:xfrm>
            <a:off x="571500" y="2000250"/>
            <a:ext cx="4943475" cy="352425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6" name="s5_div_compare-head_8_shape"/>
          <p:cNvSpPr/>
          <p:nvPr/>
        </p:nvSpPr>
        <p:spPr>
          <a:xfrm>
            <a:off x="828675" y="2257425"/>
            <a:ext cx="4429125" cy="64770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2F72F2"/>
              </a:gs>
              <a:gs pos="100000">
                <a:srgbClr val="4B83F3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5_span_criterion_21_shape"/>
          <p:cNvSpPr/>
          <p:nvPr/>
        </p:nvSpPr>
        <p:spPr>
          <a:xfrm>
            <a:off x="5705475" y="2886075"/>
            <a:ext cx="781050" cy="304800"/>
          </a:xfrm>
          <a:prstGeom prst="roundRect">
            <a:avLst>
              <a:gd name="adj" fmla="val 37500"/>
            </a:avLst>
          </a:prstGeom>
          <a:solidFill>
            <a:srgbClr val="F8FA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8" name="s5_span_criterion_22_shape"/>
          <p:cNvSpPr/>
          <p:nvPr/>
        </p:nvSpPr>
        <p:spPr>
          <a:xfrm>
            <a:off x="5705475" y="3609975"/>
            <a:ext cx="781050" cy="304800"/>
          </a:xfrm>
          <a:prstGeom prst="roundRect">
            <a:avLst>
              <a:gd name="adj" fmla="val 37500"/>
            </a:avLst>
          </a:prstGeom>
          <a:solidFill>
            <a:srgbClr val="F8FA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9" name="s5_span_criterion_23_shape"/>
          <p:cNvSpPr/>
          <p:nvPr/>
        </p:nvSpPr>
        <p:spPr>
          <a:xfrm>
            <a:off x="5705475" y="4333875"/>
            <a:ext cx="781050" cy="304800"/>
          </a:xfrm>
          <a:prstGeom prst="roundRect">
            <a:avLst>
              <a:gd name="adj" fmla="val 37500"/>
            </a:avLst>
          </a:prstGeom>
          <a:solidFill>
            <a:srgbClr val="F8FA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0" name="s5_article_compare-panel_compare-right_24_shape"/>
          <p:cNvSpPr/>
          <p:nvPr/>
        </p:nvSpPr>
        <p:spPr>
          <a:xfrm>
            <a:off x="6677025" y="2000250"/>
            <a:ext cx="4943475" cy="352425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11" name="s5_div_compare-head_25_shape"/>
          <p:cNvSpPr/>
          <p:nvPr/>
        </p:nvSpPr>
        <p:spPr>
          <a:xfrm>
            <a:off x="6934200" y="2257425"/>
            <a:ext cx="4429125" cy="647700"/>
          </a:xfrm>
          <a:prstGeom prst="roundRect">
            <a:avLst>
              <a:gd name="adj" fmla="val 23529"/>
            </a:avLst>
          </a:prstGeom>
          <a:gradFill rotWithShape="1">
            <a:gsLst>
              <a:gs pos="0">
                <a:srgbClr val="6549E9"/>
              </a:gs>
              <a:gs pos="100000">
                <a:srgbClr val="8A55F1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5_div_footer-bar_37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3" name="s5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4" name="s5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900" dirty="0"/>
          </a:p>
        </p:txBody>
      </p:sp>
      <p:sp>
        <p:nvSpPr>
          <p:cNvPr id="15" name="s5_h2_slide-title_4_text"/>
          <p:cNvSpPr/>
          <p:nvPr/>
        </p:nvSpPr>
        <p:spPr>
          <a:xfrm>
            <a:off x="571500" y="819150"/>
            <a:ext cx="10934700" cy="60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b="1" spc="-75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treatment that serves the message</a:t>
            </a:r>
            <a:endParaRPr lang="en-US" sz="3450" dirty="0"/>
          </a:p>
        </p:txBody>
      </p:sp>
      <p:sp>
        <p:nvSpPr>
          <p:cNvPr id="16" name="s5_p_slide-lede_5_text"/>
          <p:cNvSpPr/>
          <p:nvPr/>
        </p:nvSpPr>
        <p:spPr>
          <a:xfrm>
            <a:off x="571500" y="1466850"/>
            <a:ext cx="88392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comparison page should clarify a choice, not merely duplicate two lists.</a:t>
            </a:r>
            <a:endParaRPr lang="en-US" sz="1500" dirty="0"/>
          </a:p>
        </p:txBody>
      </p:sp>
      <p:sp>
        <p:nvSpPr>
          <p:cNvPr id="17" name="s5_span_mode_9_text"/>
          <p:cNvSpPr/>
          <p:nvPr/>
        </p:nvSpPr>
        <p:spPr>
          <a:xfrm>
            <a:off x="1000125" y="2428875"/>
            <a:ext cx="613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</a:t>
            </a:r>
            <a:endParaRPr lang="en-US" sz="900" dirty="0"/>
          </a:p>
        </p:txBody>
      </p:sp>
      <p:sp>
        <p:nvSpPr>
          <p:cNvPr id="18" name="s5_b_10_text"/>
          <p:cNvSpPr/>
          <p:nvPr/>
        </p:nvSpPr>
        <p:spPr>
          <a:xfrm>
            <a:off x="1000125" y="2628900"/>
            <a:ext cx="43529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75" dirty="0"/>
          </a:p>
        </p:txBody>
      </p:sp>
      <p:sp>
        <p:nvSpPr>
          <p:cNvPr id="19" name="s5_b_12_text"/>
          <p:cNvSpPr/>
          <p:nvPr/>
        </p:nvSpPr>
        <p:spPr>
          <a:xfrm>
            <a:off x="847725" y="3057525"/>
            <a:ext cx="1314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logic</a:t>
            </a:r>
            <a:endParaRPr lang="en-US" sz="1200" dirty="0"/>
          </a:p>
        </p:txBody>
      </p:sp>
      <p:sp>
        <p:nvSpPr>
          <p:cNvPr id="20" name="s5_p_13_text"/>
          <p:cNvSpPr/>
          <p:nvPr/>
        </p:nvSpPr>
        <p:spPr>
          <a:xfrm>
            <a:off x="847725" y="3295650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definitions, evidence, and examples.</a:t>
            </a:r>
            <a:endParaRPr lang="en-US" sz="1050" dirty="0"/>
          </a:p>
        </p:txBody>
      </p:sp>
      <p:sp>
        <p:nvSpPr>
          <p:cNvPr id="21" name="s5_b_15_text"/>
          <p:cNvSpPr/>
          <p:nvPr/>
        </p:nvSpPr>
        <p:spPr>
          <a:xfrm>
            <a:off x="847725" y="3796605"/>
            <a:ext cx="18903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density moderate</a:t>
            </a:r>
            <a:endParaRPr lang="en-US" sz="1200" dirty="0"/>
          </a:p>
        </p:txBody>
      </p:sp>
      <p:sp>
        <p:nvSpPr>
          <p:cNvPr id="22" name="s5_p_16_text"/>
          <p:cNvSpPr/>
          <p:nvPr/>
        </p:nvSpPr>
        <p:spPr>
          <a:xfrm>
            <a:off x="847725" y="4034730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audience build understanding.</a:t>
            </a:r>
            <a:endParaRPr lang="en-US" sz="1050" dirty="0"/>
          </a:p>
        </p:txBody>
      </p:sp>
      <p:sp>
        <p:nvSpPr>
          <p:cNvPr id="23" name="s5_b_18_text"/>
          <p:cNvSpPr/>
          <p:nvPr/>
        </p:nvSpPr>
        <p:spPr>
          <a:xfrm>
            <a:off x="847725" y="4535686"/>
            <a:ext cx="1822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 application</a:t>
            </a:r>
            <a:endParaRPr lang="en-US" sz="1200" dirty="0"/>
          </a:p>
        </p:txBody>
      </p:sp>
      <p:sp>
        <p:nvSpPr>
          <p:cNvPr id="24" name="s5_p_19_text"/>
          <p:cNvSpPr/>
          <p:nvPr/>
        </p:nvSpPr>
        <p:spPr>
          <a:xfrm>
            <a:off x="847725" y="4773811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how the idea changes practice.</a:t>
            </a:r>
            <a:endParaRPr lang="en-US" sz="1050" dirty="0"/>
          </a:p>
        </p:txBody>
      </p:sp>
      <p:sp>
        <p:nvSpPr>
          <p:cNvPr id="25" name="s5_span_criterion_21_text"/>
          <p:cNvSpPr/>
          <p:nvPr/>
        </p:nvSpPr>
        <p:spPr>
          <a:xfrm>
            <a:off x="5689282" y="2971800"/>
            <a:ext cx="813435" cy="15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372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25" dirty="0"/>
          </a:p>
        </p:txBody>
      </p:sp>
      <p:sp>
        <p:nvSpPr>
          <p:cNvPr id="26" name="s5_span_criterion_22_text"/>
          <p:cNvSpPr/>
          <p:nvPr/>
        </p:nvSpPr>
        <p:spPr>
          <a:xfrm>
            <a:off x="5689282" y="3695700"/>
            <a:ext cx="813435" cy="15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372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</a:t>
            </a:r>
            <a:endParaRPr lang="en-US" sz="825" dirty="0"/>
          </a:p>
        </p:txBody>
      </p:sp>
      <p:sp>
        <p:nvSpPr>
          <p:cNvPr id="27" name="s5_span_criterion_23_text"/>
          <p:cNvSpPr/>
          <p:nvPr/>
        </p:nvSpPr>
        <p:spPr>
          <a:xfrm>
            <a:off x="5689282" y="4419600"/>
            <a:ext cx="813435" cy="15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6372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</a:t>
            </a:r>
            <a:endParaRPr lang="en-US" sz="825" dirty="0"/>
          </a:p>
        </p:txBody>
      </p:sp>
      <p:sp>
        <p:nvSpPr>
          <p:cNvPr id="28" name="s5_span_mode_26_text"/>
          <p:cNvSpPr/>
          <p:nvPr/>
        </p:nvSpPr>
        <p:spPr>
          <a:xfrm>
            <a:off x="7105650" y="2428875"/>
            <a:ext cx="6172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B</a:t>
            </a:r>
            <a:endParaRPr lang="en-US" sz="900" dirty="0"/>
          </a:p>
        </p:txBody>
      </p:sp>
      <p:sp>
        <p:nvSpPr>
          <p:cNvPr id="29" name="s5_b_27_text"/>
          <p:cNvSpPr/>
          <p:nvPr/>
        </p:nvSpPr>
        <p:spPr>
          <a:xfrm>
            <a:off x="7105650" y="2628900"/>
            <a:ext cx="43529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Persuade</a:t>
            </a:r>
            <a:endParaRPr lang="en-US" sz="1575" dirty="0"/>
          </a:p>
        </p:txBody>
      </p:sp>
      <p:sp>
        <p:nvSpPr>
          <p:cNvPr id="30" name="s5_b_29_text"/>
          <p:cNvSpPr/>
          <p:nvPr/>
        </p:nvSpPr>
        <p:spPr>
          <a:xfrm>
            <a:off x="6953250" y="3057525"/>
            <a:ext cx="1433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stakes</a:t>
            </a:r>
            <a:endParaRPr lang="en-US" sz="1200" dirty="0"/>
          </a:p>
        </p:txBody>
      </p:sp>
      <p:sp>
        <p:nvSpPr>
          <p:cNvPr id="31" name="s5_p_30_text"/>
          <p:cNvSpPr/>
          <p:nvPr/>
        </p:nvSpPr>
        <p:spPr>
          <a:xfrm>
            <a:off x="6953250" y="3295650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consequence of inaction clear.</a:t>
            </a:r>
            <a:endParaRPr lang="en-US" sz="1050" dirty="0"/>
          </a:p>
        </p:txBody>
      </p:sp>
      <p:sp>
        <p:nvSpPr>
          <p:cNvPr id="32" name="s5_b_32_text"/>
          <p:cNvSpPr/>
          <p:nvPr/>
        </p:nvSpPr>
        <p:spPr>
          <a:xfrm>
            <a:off x="6953250" y="3796605"/>
            <a:ext cx="1941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decisive proof</a:t>
            </a:r>
            <a:endParaRPr lang="en-US" sz="1200" dirty="0"/>
          </a:p>
        </p:txBody>
      </p:sp>
      <p:sp>
        <p:nvSpPr>
          <p:cNvPr id="33" name="s5_p_33_text"/>
          <p:cNvSpPr/>
          <p:nvPr/>
        </p:nvSpPr>
        <p:spPr>
          <a:xfrm>
            <a:off x="6953250" y="4034730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evidence that changes the choice.</a:t>
            </a:r>
            <a:endParaRPr lang="en-US" sz="1050" dirty="0"/>
          </a:p>
        </p:txBody>
      </p:sp>
      <p:sp>
        <p:nvSpPr>
          <p:cNvPr id="34" name="s5_b_35_text"/>
          <p:cNvSpPr/>
          <p:nvPr/>
        </p:nvSpPr>
        <p:spPr>
          <a:xfrm>
            <a:off x="6953250" y="4535686"/>
            <a:ext cx="1763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93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with a decision</a:t>
            </a:r>
            <a:endParaRPr lang="en-US" sz="1200" dirty="0"/>
          </a:p>
        </p:txBody>
      </p:sp>
      <p:sp>
        <p:nvSpPr>
          <p:cNvPr id="35" name="s5_p_36_text"/>
          <p:cNvSpPr/>
          <p:nvPr/>
        </p:nvSpPr>
        <p:spPr>
          <a:xfrm>
            <a:off x="6953250" y="4773811"/>
            <a:ext cx="4577715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next action and owner.</a:t>
            </a:r>
            <a:endParaRPr lang="en-US" sz="1050" dirty="0"/>
          </a:p>
        </p:txBody>
      </p:sp>
      <p:sp>
        <p:nvSpPr>
          <p:cNvPr id="36" name="s5_span_footer-brand_38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37" name="s5_span_footer-copy_39_text"/>
          <p:cNvSpPr/>
          <p:nvPr/>
        </p:nvSpPr>
        <p:spPr>
          <a:xfrm>
            <a:off x="4455616" y="6438900"/>
            <a:ext cx="32618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works when every row uses the same decision criterion.</a:t>
            </a:r>
            <a:endParaRPr lang="en-US" sz="750" dirty="0"/>
          </a:p>
        </p:txBody>
      </p:sp>
      <p:sp>
        <p:nvSpPr>
          <p:cNvPr id="38" name="s5_span_footer-mode_40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6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6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6_article_metric-panel_5_shape"/>
          <p:cNvSpPr/>
          <p:nvPr/>
        </p:nvSpPr>
        <p:spPr>
          <a:xfrm>
            <a:off x="571500" y="2000250"/>
            <a:ext cx="3714750" cy="3429000"/>
          </a:xfrm>
          <a:prstGeom prst="roundRect">
            <a:avLst>
              <a:gd name="adj" fmla="val 6667"/>
            </a:avLst>
          </a:prstGeom>
          <a:gradFill rotWithShape="1">
            <a:gsLst>
              <a:gs pos="0">
                <a:srgbClr val="2F72F2"/>
              </a:gs>
              <a:gs pos="100000">
                <a:srgbClr val="6549E9"/>
              </a:gs>
            </a:gsLst>
            <a:lin ang="8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6_article_chart-panel_10_shape"/>
          <p:cNvSpPr/>
          <p:nvPr/>
        </p:nvSpPr>
        <p:spPr>
          <a:xfrm>
            <a:off x="4572000" y="2000250"/>
            <a:ext cx="7048500" cy="3429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7" name="s6_div_chart-baseline_13_shape"/>
          <p:cNvSpPr/>
          <p:nvPr/>
        </p:nvSpPr>
        <p:spPr>
          <a:xfrm>
            <a:off x="4962525" y="4810125"/>
            <a:ext cx="6286500" cy="19050"/>
          </a:xfrm>
          <a:prstGeom prst="rect">
            <a:avLst/>
          </a:prstGeom>
          <a:solidFill>
            <a:srgbClr val="D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6_div_bar_bar-1_16_shape"/>
          <p:cNvSpPr/>
          <p:nvPr/>
        </p:nvSpPr>
        <p:spPr>
          <a:xfrm>
            <a:off x="5362575" y="3962400"/>
            <a:ext cx="685800" cy="762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B55EB"/>
              </a:gs>
              <a:gs pos="100000">
                <a:srgbClr val="2F72F2"/>
              </a:gs>
            </a:gsLst>
            <a:lin ang="90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6_div_bar_bar-2_19_shape"/>
          <p:cNvSpPr/>
          <p:nvPr/>
        </p:nvSpPr>
        <p:spPr>
          <a:xfrm>
            <a:off x="6962775" y="3562350"/>
            <a:ext cx="685800" cy="116205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B55EB"/>
              </a:gs>
              <a:gs pos="100000">
                <a:srgbClr val="2F72F2"/>
              </a:gs>
            </a:gsLst>
            <a:lin ang="90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6_div_bar_bar-3_22_shape"/>
          <p:cNvSpPr/>
          <p:nvPr/>
        </p:nvSpPr>
        <p:spPr>
          <a:xfrm>
            <a:off x="8562975" y="3162300"/>
            <a:ext cx="685800" cy="15621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B55EB"/>
              </a:gs>
              <a:gs pos="100000">
                <a:srgbClr val="2F72F2"/>
              </a:gs>
            </a:gsLst>
            <a:lin ang="90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6_div_bar_bar-4_25_shape"/>
          <p:cNvSpPr/>
          <p:nvPr/>
        </p:nvSpPr>
        <p:spPr>
          <a:xfrm>
            <a:off x="10163175" y="2867025"/>
            <a:ext cx="685800" cy="1857375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6B55EB"/>
              </a:gs>
              <a:gs pos="100000">
                <a:srgbClr val="2F72F2"/>
              </a:gs>
            </a:gsLst>
            <a:lin ang="90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6_div_footer-bar_27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3" name="s6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4" name="s6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900" dirty="0"/>
          </a:p>
        </p:txBody>
      </p:sp>
      <p:sp>
        <p:nvSpPr>
          <p:cNvPr id="15" name="s6_h2_slide-title_3_text"/>
          <p:cNvSpPr/>
          <p:nvPr/>
        </p:nvSpPr>
        <p:spPr>
          <a:xfrm>
            <a:off x="571500" y="819150"/>
            <a:ext cx="8839200" cy="600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64"/>
              </a:lnSpc>
              <a:buNone/>
            </a:pPr>
            <a:r>
              <a:rPr lang="en-US" sz="3450" b="1" spc="-75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 to make the takeaway visible</a:t>
            </a:r>
            <a:endParaRPr lang="en-US" sz="3450" dirty="0"/>
          </a:p>
        </p:txBody>
      </p:sp>
      <p:sp>
        <p:nvSpPr>
          <p:cNvPr id="16" name="s6_p_slide-lede_4_text"/>
          <p:cNvSpPr/>
          <p:nvPr/>
        </p:nvSpPr>
        <p:spPr>
          <a:xfrm>
            <a:off x="571500" y="1466850"/>
            <a:ext cx="77914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meaning of the number, then show the pattern behind it.</a:t>
            </a:r>
            <a:endParaRPr lang="en-US" sz="1500" dirty="0"/>
          </a:p>
        </p:txBody>
      </p:sp>
      <p:sp>
        <p:nvSpPr>
          <p:cNvPr id="17" name="s6_div_sample_6_text"/>
          <p:cNvSpPr/>
          <p:nvPr/>
        </p:nvSpPr>
        <p:spPr>
          <a:xfrm>
            <a:off x="876300" y="2305050"/>
            <a:ext cx="3265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</a:t>
            </a:r>
            <a:endParaRPr lang="en-US" sz="900" dirty="0"/>
          </a:p>
        </p:txBody>
      </p:sp>
      <p:sp>
        <p:nvSpPr>
          <p:cNvPr id="18" name="s6_div_metric-value_7_text"/>
          <p:cNvSpPr/>
          <p:nvPr/>
        </p:nvSpPr>
        <p:spPr>
          <a:xfrm>
            <a:off x="876300" y="2705100"/>
            <a:ext cx="3371850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50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150" dirty="0"/>
          </a:p>
        </p:txBody>
      </p:sp>
      <p:sp>
        <p:nvSpPr>
          <p:cNvPr id="19" name="s6_h3_8_text"/>
          <p:cNvSpPr/>
          <p:nvPr/>
        </p:nvSpPr>
        <p:spPr>
          <a:xfrm>
            <a:off x="876300" y="3676650"/>
            <a:ext cx="3371850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comprehension</a:t>
            </a:r>
            <a:endParaRPr lang="en-US" sz="1875" dirty="0"/>
          </a:p>
        </p:txBody>
      </p:sp>
      <p:sp>
        <p:nvSpPr>
          <p:cNvPr id="20" name="s6_p_9_text"/>
          <p:cNvSpPr/>
          <p:nvPr/>
        </p:nvSpPr>
        <p:spPr>
          <a:xfrm>
            <a:off x="876300" y="4095750"/>
            <a:ext cx="331851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this placeholder with verified evidence and a conclusion relevant to the audience.</a:t>
            </a:r>
            <a:endParaRPr lang="en-US" sz="1200" dirty="0"/>
          </a:p>
        </p:txBody>
      </p:sp>
      <p:sp>
        <p:nvSpPr>
          <p:cNvPr id="21" name="s6_h3_11_text"/>
          <p:cNvSpPr/>
          <p:nvPr/>
        </p:nvSpPr>
        <p:spPr>
          <a:xfrm>
            <a:off x="4867275" y="2276475"/>
            <a:ext cx="67246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improves with visual structure</a:t>
            </a:r>
            <a:endParaRPr lang="en-US" sz="1650" dirty="0"/>
          </a:p>
        </p:txBody>
      </p:sp>
      <p:sp>
        <p:nvSpPr>
          <p:cNvPr id="22" name="s6_p_chart-note_12_text"/>
          <p:cNvSpPr/>
          <p:nvPr/>
        </p:nvSpPr>
        <p:spPr>
          <a:xfrm>
            <a:off x="4867275" y="2590800"/>
            <a:ext cx="6631305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7A8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values — replace with sourced data.</a:t>
            </a:r>
            <a:endParaRPr lang="en-US" sz="975" dirty="0"/>
          </a:p>
        </p:txBody>
      </p:sp>
      <p:sp>
        <p:nvSpPr>
          <p:cNvPr id="23" name="s6_span_bar-label_17_text"/>
          <p:cNvSpPr/>
          <p:nvPr/>
        </p:nvSpPr>
        <p:spPr>
          <a:xfrm>
            <a:off x="5660678" y="4819650"/>
            <a:ext cx="262801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5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75" dirty="0"/>
          </a:p>
        </p:txBody>
      </p:sp>
      <p:sp>
        <p:nvSpPr>
          <p:cNvPr id="24" name="s6_span_bar-label_20_text"/>
          <p:cNvSpPr/>
          <p:nvPr/>
        </p:nvSpPr>
        <p:spPr>
          <a:xfrm>
            <a:off x="7260878" y="4819650"/>
            <a:ext cx="262801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5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975" dirty="0"/>
          </a:p>
        </p:txBody>
      </p:sp>
      <p:sp>
        <p:nvSpPr>
          <p:cNvPr id="25" name="s6_span_bar-label_23_text"/>
          <p:cNvSpPr/>
          <p:nvPr/>
        </p:nvSpPr>
        <p:spPr>
          <a:xfrm>
            <a:off x="8861078" y="4819650"/>
            <a:ext cx="262801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5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975" dirty="0"/>
          </a:p>
        </p:txBody>
      </p:sp>
      <p:sp>
        <p:nvSpPr>
          <p:cNvPr id="26" name="s6_span_bar-label_26_text"/>
          <p:cNvSpPr/>
          <p:nvPr/>
        </p:nvSpPr>
        <p:spPr>
          <a:xfrm>
            <a:off x="10461278" y="4819650"/>
            <a:ext cx="262801" cy="173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573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75" dirty="0"/>
          </a:p>
        </p:txBody>
      </p:sp>
      <p:sp>
        <p:nvSpPr>
          <p:cNvPr id="27" name="s6_span_footer-brand_28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28" name="s6_span_footer-copy_29_text"/>
          <p:cNvSpPr/>
          <p:nvPr/>
        </p:nvSpPr>
        <p:spPr>
          <a:xfrm>
            <a:off x="4455616" y="6438900"/>
            <a:ext cx="276984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present an unsourced placeholder as real evidence.</a:t>
            </a:r>
            <a:endParaRPr lang="en-US" sz="750" dirty="0"/>
          </a:p>
        </p:txBody>
      </p:sp>
      <p:sp>
        <p:nvSpPr>
          <p:cNvPr id="29" name="s6_span_footer-mode_30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7_div_background-wash_0_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4F7FF"/>
              </a:gs>
              <a:gs pos="100000">
                <a:srgbClr val="FFFAFD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7_div_eyebrow_1_shape"/>
          <p:cNvSpPr/>
          <p:nvPr/>
        </p:nvSpPr>
        <p:spPr>
          <a:xfrm>
            <a:off x="571500" y="323850"/>
            <a:ext cx="2819400" cy="285750"/>
          </a:xfrm>
          <a:prstGeom prst="roundRect">
            <a:avLst>
              <a:gd name="adj" fmla="val 60000"/>
            </a:avLst>
          </a:prstGeom>
          <a:solidFill>
            <a:srgbClr val="F7F9FF"/>
          </a:solidFill>
          <a:ln w="9525">
            <a:solidFill>
              <a:srgbClr val="DBE4F7"/>
            </a:solidFill>
            <a:prstDash val="solid"/>
          </a:ln>
        </p:spPr>
      </p:sp>
      <p:sp>
        <p:nvSpPr>
          <p:cNvPr id="5" name="s7_article_action-card_7_shape"/>
          <p:cNvSpPr/>
          <p:nvPr/>
        </p:nvSpPr>
        <p:spPr>
          <a:xfrm>
            <a:off x="1143000" y="3619500"/>
            <a:ext cx="3174950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6" name="s7_article_action-card_11_shape"/>
          <p:cNvSpPr/>
          <p:nvPr/>
        </p:nvSpPr>
        <p:spPr>
          <a:xfrm>
            <a:off x="4508450" y="3619500"/>
            <a:ext cx="3174950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7" name="s7_article_action-card_15_shape"/>
          <p:cNvSpPr/>
          <p:nvPr/>
        </p:nvSpPr>
        <p:spPr>
          <a:xfrm>
            <a:off x="7873901" y="3619500"/>
            <a:ext cx="3175099" cy="125730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DCE4F1"/>
            </a:solidFill>
            <a:prstDash val="solid"/>
          </a:ln>
        </p:spPr>
      </p:sp>
      <p:sp>
        <p:nvSpPr>
          <p:cNvPr id="8" name="s7_div_closing-chip_19_shape"/>
          <p:cNvSpPr/>
          <p:nvPr/>
        </p:nvSpPr>
        <p:spPr>
          <a:xfrm>
            <a:off x="4381500" y="5219700"/>
            <a:ext cx="3429000" cy="419100"/>
          </a:xfrm>
          <a:prstGeom prst="roundRect">
            <a:avLst>
              <a:gd name="adj" fmla="val 31818"/>
            </a:avLst>
          </a:prstGeom>
          <a:gradFill rotWithShape="1">
            <a:gsLst>
              <a:gs pos="0">
                <a:srgbClr val="2F72F2"/>
              </a:gs>
              <a:gs pos="100000">
                <a:srgbClr val="6549E9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7_div_footer-bar_20_shape"/>
          <p:cNvSpPr/>
          <p:nvPr/>
        </p:nvSpPr>
        <p:spPr>
          <a:xfrm>
            <a:off x="571500" y="6305550"/>
            <a:ext cx="11049000" cy="371475"/>
          </a:xfrm>
          <a:prstGeom prst="roundRect">
            <a:avLst>
              <a:gd name="adj" fmla="val 35897"/>
            </a:avLst>
          </a:prstGeom>
          <a:gradFill rotWithShape="1">
            <a:gsLst>
              <a:gs pos="0">
                <a:srgbClr val="FFF3F8"/>
              </a:gs>
              <a:gs pos="100000">
                <a:srgbClr val="F0F4FF"/>
              </a:gs>
            </a:gsLst>
            <a:lin ang="5400000" scaled="1"/>
          </a:gradFill>
          <a:ln w="9525">
            <a:solidFill>
              <a:srgbClr val="DFE4F2"/>
            </a:solidFill>
            <a:prstDash val="solid"/>
          </a:ln>
        </p:spPr>
      </p:sp>
      <p:sp>
        <p:nvSpPr>
          <p:cNvPr id="10" name="s7_div_eyebrow_1_text"/>
          <p:cNvSpPr/>
          <p:nvPr/>
        </p:nvSpPr>
        <p:spPr>
          <a:xfrm>
            <a:off x="704850" y="400050"/>
            <a:ext cx="2712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647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 · POLISHED STYLE SYSTEM</a:t>
            </a:r>
            <a:endParaRPr lang="en-US" sz="900" dirty="0"/>
          </a:p>
        </p:txBody>
      </p:sp>
      <p:sp>
        <p:nvSpPr>
          <p:cNvPr id="11" name="s7_div_page-number_2_text"/>
          <p:cNvSpPr/>
          <p:nvPr/>
        </p:nvSpPr>
        <p:spPr>
          <a:xfrm>
            <a:off x="11242328" y="409575"/>
            <a:ext cx="5096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  <p:sp>
        <p:nvSpPr>
          <p:cNvPr id="12" name="s7_h2_closing-title_3_text"/>
          <p:cNvSpPr/>
          <p:nvPr/>
        </p:nvSpPr>
        <p:spPr>
          <a:xfrm>
            <a:off x="1295400" y="1181100"/>
            <a:ext cx="9601200" cy="130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buNone/>
            </a:pPr>
            <a:r>
              <a:rPr lang="en-US" sz="4200" b="1" spc="-90" kern="0" dirty="0">
                <a:solidFill>
                  <a:srgbClr val="17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a decision,</a:t>
            </a:r>
            <a:endParaRPr lang="en-US" sz="4200" dirty="0"/>
          </a:p>
          <a:p>
            <a:pPr algn="ctr" indent="0" marL="0">
              <a:lnSpc>
                <a:spcPts val="4620"/>
              </a:lnSpc>
              <a:buNone/>
            </a:pPr>
            <a:r>
              <a:rPr lang="en-US" sz="4200" b="1" spc="-90" kern="0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thank-you</a:t>
            </a:r>
            <a:endParaRPr lang="en-US" sz="4200" dirty="0"/>
          </a:p>
        </p:txBody>
      </p:sp>
      <p:sp>
        <p:nvSpPr>
          <p:cNvPr id="13" name="s7_p_closing-copy_5_text"/>
          <p:cNvSpPr/>
          <p:nvPr/>
        </p:nvSpPr>
        <p:spPr>
          <a:xfrm>
            <a:off x="2343150" y="2571750"/>
            <a:ext cx="7505700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1"/>
              </a:lnSpc>
              <a:buNone/>
            </a:pPr>
            <a:r>
              <a:rPr lang="en-US" sz="1575" dirty="0">
                <a:solidFill>
                  <a:srgbClr val="6273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opening question and make the audience's next move unmistakable.</a:t>
            </a:r>
            <a:endParaRPr lang="en-US" sz="1575" dirty="0"/>
          </a:p>
        </p:txBody>
      </p:sp>
      <p:sp>
        <p:nvSpPr>
          <p:cNvPr id="14" name="s7_span_action-number_8_text"/>
          <p:cNvSpPr/>
          <p:nvPr/>
        </p:nvSpPr>
        <p:spPr>
          <a:xfrm>
            <a:off x="1362075" y="3838575"/>
            <a:ext cx="358973" cy="1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25" dirty="0"/>
          </a:p>
        </p:txBody>
      </p:sp>
      <p:sp>
        <p:nvSpPr>
          <p:cNvPr id="15" name="s7_b_9_text"/>
          <p:cNvSpPr/>
          <p:nvPr/>
        </p:nvSpPr>
        <p:spPr>
          <a:xfrm>
            <a:off x="1362075" y="4124325"/>
            <a:ext cx="300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500" dirty="0"/>
          </a:p>
        </p:txBody>
      </p:sp>
      <p:sp>
        <p:nvSpPr>
          <p:cNvPr id="16" name="s7_p_10_text"/>
          <p:cNvSpPr/>
          <p:nvPr/>
        </p:nvSpPr>
        <p:spPr>
          <a:xfrm>
            <a:off x="1362075" y="4429125"/>
            <a:ext cx="292349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 the central takeaway.</a:t>
            </a:r>
            <a:endParaRPr lang="en-US" sz="1050" dirty="0"/>
          </a:p>
        </p:txBody>
      </p:sp>
      <p:sp>
        <p:nvSpPr>
          <p:cNvPr id="17" name="s7_span_action-number_12_text"/>
          <p:cNvSpPr/>
          <p:nvPr/>
        </p:nvSpPr>
        <p:spPr>
          <a:xfrm>
            <a:off x="4727525" y="3838575"/>
            <a:ext cx="358973" cy="1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25" dirty="0"/>
          </a:p>
        </p:txBody>
      </p:sp>
      <p:sp>
        <p:nvSpPr>
          <p:cNvPr id="18" name="s7_b_13_text"/>
          <p:cNvSpPr/>
          <p:nvPr/>
        </p:nvSpPr>
        <p:spPr>
          <a:xfrm>
            <a:off x="4727525" y="4124325"/>
            <a:ext cx="300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500" dirty="0"/>
          </a:p>
        </p:txBody>
      </p:sp>
      <p:sp>
        <p:nvSpPr>
          <p:cNvPr id="19" name="s7_p_14_text"/>
          <p:cNvSpPr/>
          <p:nvPr/>
        </p:nvSpPr>
        <p:spPr>
          <a:xfrm>
            <a:off x="4727525" y="4429125"/>
            <a:ext cx="2923490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choice or implication.</a:t>
            </a:r>
            <a:endParaRPr lang="en-US" sz="1050" dirty="0"/>
          </a:p>
        </p:txBody>
      </p:sp>
      <p:sp>
        <p:nvSpPr>
          <p:cNvPr id="20" name="s7_span_action-number_16_text"/>
          <p:cNvSpPr/>
          <p:nvPr/>
        </p:nvSpPr>
        <p:spPr>
          <a:xfrm>
            <a:off x="8092976" y="3838575"/>
            <a:ext cx="358973" cy="19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54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25" dirty="0"/>
          </a:p>
        </p:txBody>
      </p:sp>
      <p:sp>
        <p:nvSpPr>
          <p:cNvPr id="21" name="s7_b_17_text"/>
          <p:cNvSpPr/>
          <p:nvPr/>
        </p:nvSpPr>
        <p:spPr>
          <a:xfrm>
            <a:off x="8092976" y="4124325"/>
            <a:ext cx="30036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73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22" name="s7_p_18_text"/>
          <p:cNvSpPr/>
          <p:nvPr/>
        </p:nvSpPr>
        <p:spPr>
          <a:xfrm>
            <a:off x="8092976" y="4429125"/>
            <a:ext cx="2923639" cy="21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48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ownership and timing clear.</a:t>
            </a:r>
            <a:endParaRPr lang="en-US" sz="1050" dirty="0"/>
          </a:p>
        </p:txBody>
      </p:sp>
      <p:sp>
        <p:nvSpPr>
          <p:cNvPr id="23" name="s7_div_closing-chip_19_text"/>
          <p:cNvSpPr/>
          <p:nvPr/>
        </p:nvSpPr>
        <p:spPr>
          <a:xfrm>
            <a:off x="4288155" y="5219700"/>
            <a:ext cx="3615690" cy="452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MESSAGE → EDITABLE DELIVERY</a:t>
            </a:r>
            <a:endParaRPr lang="en-US" sz="1050" dirty="0"/>
          </a:p>
        </p:txBody>
      </p:sp>
      <p:sp>
        <p:nvSpPr>
          <p:cNvPr id="24" name="s7_span_footer-brand_21_text"/>
          <p:cNvSpPr/>
          <p:nvPr/>
        </p:nvSpPr>
        <p:spPr>
          <a:xfrm>
            <a:off x="742950" y="6438900"/>
            <a:ext cx="73134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F3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LEARNDECK</a:t>
            </a:r>
            <a:endParaRPr lang="en-US" sz="750" dirty="0"/>
          </a:p>
        </p:txBody>
      </p:sp>
      <p:sp>
        <p:nvSpPr>
          <p:cNvPr id="25" name="s7_span_footer-copy_22_text"/>
          <p:cNvSpPr/>
          <p:nvPr/>
        </p:nvSpPr>
        <p:spPr>
          <a:xfrm>
            <a:off x="4455616" y="6438900"/>
            <a:ext cx="302329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slide should complete the narrative, not merely stop it.</a:t>
            </a:r>
            <a:endParaRPr lang="en-US" sz="750" dirty="0"/>
          </a:p>
        </p:txBody>
      </p:sp>
      <p:sp>
        <p:nvSpPr>
          <p:cNvPr id="26" name="s7_span_footer-mode_23_text"/>
          <p:cNvSpPr/>
          <p:nvPr/>
        </p:nvSpPr>
        <p:spPr>
          <a:xfrm>
            <a:off x="11157645" y="6438900"/>
            <a:ext cx="424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57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polished</dc:title>
  <dc:subject>Editable PPTX converted from HTML with DOM positions</dc:subject>
  <dc:creator>Codex</dc:creator>
  <cp:lastModifiedBy>Codex</cp:lastModifiedBy>
  <cp:revision>1</cp:revision>
  <dcterms:created xsi:type="dcterms:W3CDTF">2026-07-15T02:12:21Z</dcterms:created>
  <dcterms:modified xsi:type="dcterms:W3CDTF">2026-07-15T02:12:21Z</dcterms:modified>
</cp:coreProperties>
</file>